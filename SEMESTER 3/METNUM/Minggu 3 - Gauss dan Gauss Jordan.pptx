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1" r:id="rId1"/>
  </p:sldMasterIdLst>
  <p:notesMasterIdLst>
    <p:notesMasterId r:id="rId14"/>
  </p:notesMasterIdLst>
  <p:sldIdLst>
    <p:sldId id="256" r:id="rId2"/>
    <p:sldId id="261" r:id="rId3"/>
    <p:sldId id="266" r:id="rId4"/>
    <p:sldId id="287" r:id="rId5"/>
    <p:sldId id="288" r:id="rId6"/>
    <p:sldId id="290" r:id="rId7"/>
    <p:sldId id="293" r:id="rId8"/>
    <p:sldId id="292" r:id="rId9"/>
    <p:sldId id="294" r:id="rId10"/>
    <p:sldId id="295" r:id="rId11"/>
    <p:sldId id="296" r:id="rId12"/>
    <p:sldId id="289" r:id="rId13"/>
  </p:sldIdLst>
  <p:sldSz cx="9144000" cy="5143500" type="screen16x9"/>
  <p:notesSz cx="6858000" cy="9144000"/>
  <p:embeddedFontLst>
    <p:embeddedFont>
      <p:font typeface="Bebas Neue" panose="020B0606020202050201" pitchFamily="34" charset="77"/>
      <p:regular r:id="rId15"/>
    </p:embeddedFont>
    <p:embeddedFont>
      <p:font typeface="Cambria Math" panose="02040503050406030204" pitchFamily="18" charset="0"/>
      <p:regular r:id="rId16"/>
    </p:embeddedFont>
    <p:embeddedFont>
      <p:font typeface="Nunito" pitchFamily="2" charset="77"/>
      <p:regular r:id="rId17"/>
      <p:bold r:id="rId18"/>
      <p:italic r:id="rId19"/>
      <p:boldItalic r:id="rId20"/>
    </p:embeddedFont>
    <p:embeddedFont>
      <p:font typeface="Poppins Medium" pitchFamily="2" charset="77"/>
      <p:regular r:id="rId21"/>
      <p:bold r:id="rId22"/>
      <p:italic r:id="rId23"/>
      <p:boldItalic r:id="rId24"/>
    </p:embeddedFont>
    <p:embeddedFont>
      <p:font typeface="Poppins SemiBold" pitchFamily="2" charset="77"/>
      <p:regular r:id="rId25"/>
      <p:bold r:id="rId26"/>
      <p:italic r:id="rId27"/>
      <p:boldItalic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9AAF82-3A3A-497B-877C-BAE1DB2A5769}">
  <a:tblStyle styleId="{E39AAF82-3A3A-497B-877C-BAE1DB2A57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35"/>
    <p:restoredTop sz="85194"/>
  </p:normalViewPr>
  <p:slideViewPr>
    <p:cSldViewPr snapToGrid="0">
      <p:cViewPr>
        <p:scale>
          <a:sx n="173" d="100"/>
          <a:sy n="173" d="100"/>
        </p:scale>
        <p:origin x="-1136" y="-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A6DA1C-78B8-B049-B207-8FE32893FA5E}" type="doc">
      <dgm:prSet loTypeId="urn:microsoft.com/office/officeart/2008/layout/VerticalCurv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02C892-3375-114C-92CF-1CF3DB5308DD}">
      <dgm:prSet phldrT="[Text]" custT="1"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US" sz="1600" dirty="0" err="1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rPr>
            <a:t>Metode</a:t>
          </a:r>
          <a:r>
            <a:rPr lang="en-US" sz="16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rPr>
            <a:t> Gauss</a:t>
          </a:r>
        </a:p>
      </dgm:t>
    </dgm:pt>
    <dgm:pt modelId="{6DF3C2C4-E898-8347-A57D-820058100C1F}" type="parTrans" cxnId="{8105FA2B-2565-2248-925C-74F9B47DD0FF}">
      <dgm:prSet/>
      <dgm:spPr/>
      <dgm:t>
        <a:bodyPr/>
        <a:lstStyle/>
        <a:p>
          <a:endParaRPr lang="en-US" sz="1600">
            <a:solidFill>
              <a:srgbClr val="002060"/>
            </a:solidFill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58E5722F-3807-7A49-97F5-45A799E7E9FF}" type="sibTrans" cxnId="{8105FA2B-2565-2248-925C-74F9B47DD0FF}">
      <dgm:prSet/>
      <dgm:spPr/>
      <dgm:t>
        <a:bodyPr/>
        <a:lstStyle/>
        <a:p>
          <a:endParaRPr lang="en-US" sz="1600">
            <a:solidFill>
              <a:srgbClr val="002060"/>
            </a:solidFill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CDFA636C-EA0F-7648-AB30-8718B80310A5}">
      <dgm:prSet phldrT="[Text]" custT="1"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US" sz="1600" dirty="0" err="1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rPr>
            <a:t>Metode</a:t>
          </a:r>
          <a:r>
            <a:rPr lang="en-US" sz="16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rPr>
            <a:t> Gauss Jordan</a:t>
          </a:r>
        </a:p>
      </dgm:t>
    </dgm:pt>
    <dgm:pt modelId="{221DD549-03D2-104B-8006-50B232C83FB3}" type="parTrans" cxnId="{E7583F0C-1EB8-0F4D-8F07-A301FE6A0894}">
      <dgm:prSet/>
      <dgm:spPr/>
      <dgm:t>
        <a:bodyPr/>
        <a:lstStyle/>
        <a:p>
          <a:endParaRPr lang="en-US" sz="1600">
            <a:solidFill>
              <a:srgbClr val="002060"/>
            </a:solidFill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A8F8DD5D-2A3A-CE43-991D-5231DF69688B}" type="sibTrans" cxnId="{E7583F0C-1EB8-0F4D-8F07-A301FE6A0894}">
      <dgm:prSet/>
      <dgm:spPr/>
      <dgm:t>
        <a:bodyPr/>
        <a:lstStyle/>
        <a:p>
          <a:endParaRPr lang="en-US" sz="1600">
            <a:solidFill>
              <a:srgbClr val="002060"/>
            </a:solidFill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5927CFB1-188C-5644-A3F2-B76EBEED4576}">
      <dgm:prSet phldrT="[Text]" custT="1"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US" sz="1600" dirty="0" err="1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rPr>
            <a:t>Metode</a:t>
          </a:r>
          <a:r>
            <a:rPr lang="en-US" sz="16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rPr>
            <a:t> Gauss Seidel</a:t>
          </a:r>
        </a:p>
      </dgm:t>
    </dgm:pt>
    <dgm:pt modelId="{927AA16B-EE6A-414E-92E3-DF8B1B36D50B}" type="parTrans" cxnId="{874783D2-A243-A04A-B3C6-F47F7823A12D}">
      <dgm:prSet/>
      <dgm:spPr/>
      <dgm:t>
        <a:bodyPr/>
        <a:lstStyle/>
        <a:p>
          <a:endParaRPr lang="en-US" sz="1600">
            <a:solidFill>
              <a:srgbClr val="002060"/>
            </a:solidFill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030B037C-CBEE-7B46-BCAB-ABC6D849F05D}" type="sibTrans" cxnId="{874783D2-A243-A04A-B3C6-F47F7823A12D}">
      <dgm:prSet/>
      <dgm:spPr/>
      <dgm:t>
        <a:bodyPr/>
        <a:lstStyle/>
        <a:p>
          <a:endParaRPr lang="en-US" sz="1600">
            <a:solidFill>
              <a:srgbClr val="002060"/>
            </a:solidFill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621034DE-0F42-6B40-9B23-4E7ED39BD659}" type="pres">
      <dgm:prSet presAssocID="{A5A6DA1C-78B8-B049-B207-8FE32893FA5E}" presName="Name0" presStyleCnt="0">
        <dgm:presLayoutVars>
          <dgm:chMax val="7"/>
          <dgm:chPref val="7"/>
          <dgm:dir/>
        </dgm:presLayoutVars>
      </dgm:prSet>
      <dgm:spPr/>
    </dgm:pt>
    <dgm:pt modelId="{F615731E-4585-CB4C-831D-608173FC5401}" type="pres">
      <dgm:prSet presAssocID="{A5A6DA1C-78B8-B049-B207-8FE32893FA5E}" presName="Name1" presStyleCnt="0"/>
      <dgm:spPr/>
    </dgm:pt>
    <dgm:pt modelId="{4634910F-07E6-0D41-AFDB-023B6503ABFD}" type="pres">
      <dgm:prSet presAssocID="{A5A6DA1C-78B8-B049-B207-8FE32893FA5E}" presName="cycle" presStyleCnt="0"/>
      <dgm:spPr/>
    </dgm:pt>
    <dgm:pt modelId="{17FD0787-847E-534A-8115-422A2128282C}" type="pres">
      <dgm:prSet presAssocID="{A5A6DA1C-78B8-B049-B207-8FE32893FA5E}" presName="srcNode" presStyleLbl="node1" presStyleIdx="0" presStyleCnt="3"/>
      <dgm:spPr/>
    </dgm:pt>
    <dgm:pt modelId="{1113D5F2-7E1C-8F4B-8E88-C651C6EDC51F}" type="pres">
      <dgm:prSet presAssocID="{A5A6DA1C-78B8-B049-B207-8FE32893FA5E}" presName="conn" presStyleLbl="parChTrans1D2" presStyleIdx="0" presStyleCnt="1"/>
      <dgm:spPr/>
    </dgm:pt>
    <dgm:pt modelId="{B401443B-EFFE-DE40-99EA-17E467357DA5}" type="pres">
      <dgm:prSet presAssocID="{A5A6DA1C-78B8-B049-B207-8FE32893FA5E}" presName="extraNode" presStyleLbl="node1" presStyleIdx="0" presStyleCnt="3"/>
      <dgm:spPr/>
    </dgm:pt>
    <dgm:pt modelId="{454A7122-CC07-0043-AA4E-51C17EB855A9}" type="pres">
      <dgm:prSet presAssocID="{A5A6DA1C-78B8-B049-B207-8FE32893FA5E}" presName="dstNode" presStyleLbl="node1" presStyleIdx="0" presStyleCnt="3"/>
      <dgm:spPr/>
    </dgm:pt>
    <dgm:pt modelId="{A0FA368C-DBDD-E142-8A51-84A2762D60EB}" type="pres">
      <dgm:prSet presAssocID="{6E02C892-3375-114C-92CF-1CF3DB5308DD}" presName="text_1" presStyleLbl="node1" presStyleIdx="0" presStyleCnt="3">
        <dgm:presLayoutVars>
          <dgm:bulletEnabled val="1"/>
        </dgm:presLayoutVars>
      </dgm:prSet>
      <dgm:spPr/>
    </dgm:pt>
    <dgm:pt modelId="{43536492-EF34-7F40-95D6-AF877F76C2A5}" type="pres">
      <dgm:prSet presAssocID="{6E02C892-3375-114C-92CF-1CF3DB5308DD}" presName="accent_1" presStyleCnt="0"/>
      <dgm:spPr/>
    </dgm:pt>
    <dgm:pt modelId="{2B424D38-B2D7-7747-BB0B-BDBE4DBC287C}" type="pres">
      <dgm:prSet presAssocID="{6E02C892-3375-114C-92CF-1CF3DB5308DD}" presName="accentRepeatNode" presStyleLbl="solidFgAcc1" presStyleIdx="0" presStyleCnt="3"/>
      <dgm:spPr>
        <a:solidFill>
          <a:schemeClr val="accent1">
            <a:lumMod val="50000"/>
          </a:schemeClr>
        </a:solidFill>
      </dgm:spPr>
    </dgm:pt>
    <dgm:pt modelId="{B6FC57FE-32FB-284C-8AA8-84ECEB9DB695}" type="pres">
      <dgm:prSet presAssocID="{CDFA636C-EA0F-7648-AB30-8718B80310A5}" presName="text_2" presStyleLbl="node1" presStyleIdx="1" presStyleCnt="3">
        <dgm:presLayoutVars>
          <dgm:bulletEnabled val="1"/>
        </dgm:presLayoutVars>
      </dgm:prSet>
      <dgm:spPr/>
    </dgm:pt>
    <dgm:pt modelId="{E6A63A2D-C8E9-2241-9731-255B3732D3FD}" type="pres">
      <dgm:prSet presAssocID="{CDFA636C-EA0F-7648-AB30-8718B80310A5}" presName="accent_2" presStyleCnt="0"/>
      <dgm:spPr/>
    </dgm:pt>
    <dgm:pt modelId="{61C63005-8735-F742-9B03-71813655FAF4}" type="pres">
      <dgm:prSet presAssocID="{CDFA636C-EA0F-7648-AB30-8718B80310A5}" presName="accentRepeatNode" presStyleLbl="solidFgAcc1" presStyleIdx="1" presStyleCnt="3"/>
      <dgm:spPr>
        <a:solidFill>
          <a:schemeClr val="accent1">
            <a:lumMod val="50000"/>
          </a:schemeClr>
        </a:solidFill>
      </dgm:spPr>
    </dgm:pt>
    <dgm:pt modelId="{DD4A05C1-183A-804D-B740-3D439D50353F}" type="pres">
      <dgm:prSet presAssocID="{5927CFB1-188C-5644-A3F2-B76EBEED4576}" presName="text_3" presStyleLbl="node1" presStyleIdx="2" presStyleCnt="3">
        <dgm:presLayoutVars>
          <dgm:bulletEnabled val="1"/>
        </dgm:presLayoutVars>
      </dgm:prSet>
      <dgm:spPr/>
    </dgm:pt>
    <dgm:pt modelId="{1F18AEAF-2DFC-DF42-A2F6-D16984C2C83E}" type="pres">
      <dgm:prSet presAssocID="{5927CFB1-188C-5644-A3F2-B76EBEED4576}" presName="accent_3" presStyleCnt="0"/>
      <dgm:spPr/>
    </dgm:pt>
    <dgm:pt modelId="{553D9B49-EEF3-F640-A360-51140FCC8473}" type="pres">
      <dgm:prSet presAssocID="{5927CFB1-188C-5644-A3F2-B76EBEED4576}" presName="accentRepeatNode" presStyleLbl="solidFgAcc1" presStyleIdx="2" presStyleCnt="3"/>
      <dgm:spPr>
        <a:solidFill>
          <a:schemeClr val="accent1">
            <a:lumMod val="50000"/>
          </a:schemeClr>
        </a:solidFill>
      </dgm:spPr>
    </dgm:pt>
  </dgm:ptLst>
  <dgm:cxnLst>
    <dgm:cxn modelId="{BD35730B-A1C8-694C-94F2-E8A8B2C4A50F}" type="presOf" srcId="{CDFA636C-EA0F-7648-AB30-8718B80310A5}" destId="{B6FC57FE-32FB-284C-8AA8-84ECEB9DB695}" srcOrd="0" destOrd="0" presId="urn:microsoft.com/office/officeart/2008/layout/VerticalCurvedList"/>
    <dgm:cxn modelId="{E7583F0C-1EB8-0F4D-8F07-A301FE6A0894}" srcId="{A5A6DA1C-78B8-B049-B207-8FE32893FA5E}" destId="{CDFA636C-EA0F-7648-AB30-8718B80310A5}" srcOrd="1" destOrd="0" parTransId="{221DD549-03D2-104B-8006-50B232C83FB3}" sibTransId="{A8F8DD5D-2A3A-CE43-991D-5231DF69688B}"/>
    <dgm:cxn modelId="{AC698C18-F479-974D-87E5-08B870FDF512}" type="presOf" srcId="{A5A6DA1C-78B8-B049-B207-8FE32893FA5E}" destId="{621034DE-0F42-6B40-9B23-4E7ED39BD659}" srcOrd="0" destOrd="0" presId="urn:microsoft.com/office/officeart/2008/layout/VerticalCurvedList"/>
    <dgm:cxn modelId="{A7794627-ACAB-9141-AC44-FAA75337190C}" type="presOf" srcId="{6E02C892-3375-114C-92CF-1CF3DB5308DD}" destId="{A0FA368C-DBDD-E142-8A51-84A2762D60EB}" srcOrd="0" destOrd="0" presId="urn:microsoft.com/office/officeart/2008/layout/VerticalCurvedList"/>
    <dgm:cxn modelId="{8105FA2B-2565-2248-925C-74F9B47DD0FF}" srcId="{A5A6DA1C-78B8-B049-B207-8FE32893FA5E}" destId="{6E02C892-3375-114C-92CF-1CF3DB5308DD}" srcOrd="0" destOrd="0" parTransId="{6DF3C2C4-E898-8347-A57D-820058100C1F}" sibTransId="{58E5722F-3807-7A49-97F5-45A799E7E9FF}"/>
    <dgm:cxn modelId="{481F288A-0007-9C42-8678-F6994E8AD5B9}" type="presOf" srcId="{5927CFB1-188C-5644-A3F2-B76EBEED4576}" destId="{DD4A05C1-183A-804D-B740-3D439D50353F}" srcOrd="0" destOrd="0" presId="urn:microsoft.com/office/officeart/2008/layout/VerticalCurvedList"/>
    <dgm:cxn modelId="{418BF394-2FA4-5941-B835-E3029FEFC5BA}" type="presOf" srcId="{58E5722F-3807-7A49-97F5-45A799E7E9FF}" destId="{1113D5F2-7E1C-8F4B-8E88-C651C6EDC51F}" srcOrd="0" destOrd="0" presId="urn:microsoft.com/office/officeart/2008/layout/VerticalCurvedList"/>
    <dgm:cxn modelId="{874783D2-A243-A04A-B3C6-F47F7823A12D}" srcId="{A5A6DA1C-78B8-B049-B207-8FE32893FA5E}" destId="{5927CFB1-188C-5644-A3F2-B76EBEED4576}" srcOrd="2" destOrd="0" parTransId="{927AA16B-EE6A-414E-92E3-DF8B1B36D50B}" sibTransId="{030B037C-CBEE-7B46-BCAB-ABC6D849F05D}"/>
    <dgm:cxn modelId="{942425EC-1E45-AD48-BA6E-4FB54436156C}" type="presParOf" srcId="{621034DE-0F42-6B40-9B23-4E7ED39BD659}" destId="{F615731E-4585-CB4C-831D-608173FC5401}" srcOrd="0" destOrd="0" presId="urn:microsoft.com/office/officeart/2008/layout/VerticalCurvedList"/>
    <dgm:cxn modelId="{CD91B582-CC8C-194F-9AED-DE41463FC083}" type="presParOf" srcId="{F615731E-4585-CB4C-831D-608173FC5401}" destId="{4634910F-07E6-0D41-AFDB-023B6503ABFD}" srcOrd="0" destOrd="0" presId="urn:microsoft.com/office/officeart/2008/layout/VerticalCurvedList"/>
    <dgm:cxn modelId="{403CF004-41A1-8549-8351-CEAE5E6B0A87}" type="presParOf" srcId="{4634910F-07E6-0D41-AFDB-023B6503ABFD}" destId="{17FD0787-847E-534A-8115-422A2128282C}" srcOrd="0" destOrd="0" presId="urn:microsoft.com/office/officeart/2008/layout/VerticalCurvedList"/>
    <dgm:cxn modelId="{BDB1A035-569D-7749-BB80-DBDA0B7BA234}" type="presParOf" srcId="{4634910F-07E6-0D41-AFDB-023B6503ABFD}" destId="{1113D5F2-7E1C-8F4B-8E88-C651C6EDC51F}" srcOrd="1" destOrd="0" presId="urn:microsoft.com/office/officeart/2008/layout/VerticalCurvedList"/>
    <dgm:cxn modelId="{3B6EFDDF-4363-9648-AF91-56C553B732C3}" type="presParOf" srcId="{4634910F-07E6-0D41-AFDB-023B6503ABFD}" destId="{B401443B-EFFE-DE40-99EA-17E467357DA5}" srcOrd="2" destOrd="0" presId="urn:microsoft.com/office/officeart/2008/layout/VerticalCurvedList"/>
    <dgm:cxn modelId="{05F0A8DD-7546-AE47-ABF4-861FBCB7D0E3}" type="presParOf" srcId="{4634910F-07E6-0D41-AFDB-023B6503ABFD}" destId="{454A7122-CC07-0043-AA4E-51C17EB855A9}" srcOrd="3" destOrd="0" presId="urn:microsoft.com/office/officeart/2008/layout/VerticalCurvedList"/>
    <dgm:cxn modelId="{3F8A3E3E-532D-9642-B3E4-184903788CA6}" type="presParOf" srcId="{F615731E-4585-CB4C-831D-608173FC5401}" destId="{A0FA368C-DBDD-E142-8A51-84A2762D60EB}" srcOrd="1" destOrd="0" presId="urn:microsoft.com/office/officeart/2008/layout/VerticalCurvedList"/>
    <dgm:cxn modelId="{DE03A3AD-DD39-2A47-A796-261C4AF2E0EC}" type="presParOf" srcId="{F615731E-4585-CB4C-831D-608173FC5401}" destId="{43536492-EF34-7F40-95D6-AF877F76C2A5}" srcOrd="2" destOrd="0" presId="urn:microsoft.com/office/officeart/2008/layout/VerticalCurvedList"/>
    <dgm:cxn modelId="{32F10863-D603-924F-8C3F-0D71248EEE4D}" type="presParOf" srcId="{43536492-EF34-7F40-95D6-AF877F76C2A5}" destId="{2B424D38-B2D7-7747-BB0B-BDBE4DBC287C}" srcOrd="0" destOrd="0" presId="urn:microsoft.com/office/officeart/2008/layout/VerticalCurvedList"/>
    <dgm:cxn modelId="{929D0692-89AE-6840-95CB-EA8DDCF6B368}" type="presParOf" srcId="{F615731E-4585-CB4C-831D-608173FC5401}" destId="{B6FC57FE-32FB-284C-8AA8-84ECEB9DB695}" srcOrd="3" destOrd="0" presId="urn:microsoft.com/office/officeart/2008/layout/VerticalCurvedList"/>
    <dgm:cxn modelId="{868F81C4-09DC-5140-ACE8-289C19ADCCDD}" type="presParOf" srcId="{F615731E-4585-CB4C-831D-608173FC5401}" destId="{E6A63A2D-C8E9-2241-9731-255B3732D3FD}" srcOrd="4" destOrd="0" presId="urn:microsoft.com/office/officeart/2008/layout/VerticalCurvedList"/>
    <dgm:cxn modelId="{C2A57476-1A74-5645-A4DA-24567E424A6A}" type="presParOf" srcId="{E6A63A2D-C8E9-2241-9731-255B3732D3FD}" destId="{61C63005-8735-F742-9B03-71813655FAF4}" srcOrd="0" destOrd="0" presId="urn:microsoft.com/office/officeart/2008/layout/VerticalCurvedList"/>
    <dgm:cxn modelId="{6AC20020-DAFA-BB47-B6B8-96D48924C4CF}" type="presParOf" srcId="{F615731E-4585-CB4C-831D-608173FC5401}" destId="{DD4A05C1-183A-804D-B740-3D439D50353F}" srcOrd="5" destOrd="0" presId="urn:microsoft.com/office/officeart/2008/layout/VerticalCurvedList"/>
    <dgm:cxn modelId="{233AB94E-714F-FC41-9570-38903A294077}" type="presParOf" srcId="{F615731E-4585-CB4C-831D-608173FC5401}" destId="{1F18AEAF-2DFC-DF42-A2F6-D16984C2C83E}" srcOrd="6" destOrd="0" presId="urn:microsoft.com/office/officeart/2008/layout/VerticalCurvedList"/>
    <dgm:cxn modelId="{EA9694DC-900D-474A-BAA6-0ED70E8DEF4B}" type="presParOf" srcId="{1F18AEAF-2DFC-DF42-A2F6-D16984C2C83E}" destId="{553D9B49-EEF3-F640-A360-51140FCC8473}" srcOrd="0" destOrd="0" presId="urn:microsoft.com/office/officeart/2008/layout/VerticalCurvedList"/>
  </dgm:cxnLst>
  <dgm:bg>
    <a:solidFill>
      <a:schemeClr val="accent1"/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13D5F2-7E1C-8F4B-8E88-C651C6EDC51F}">
      <dsp:nvSpPr>
        <dsp:cNvPr id="0" name=""/>
        <dsp:cNvSpPr/>
      </dsp:nvSpPr>
      <dsp:spPr>
        <a:xfrm>
          <a:off x="-3412037" y="-524667"/>
          <a:ext cx="4068330" cy="4068330"/>
        </a:xfrm>
        <a:prstGeom prst="blockArc">
          <a:avLst>
            <a:gd name="adj1" fmla="val 18900000"/>
            <a:gd name="adj2" fmla="val 2700000"/>
            <a:gd name="adj3" fmla="val 531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FA368C-DBDD-E142-8A51-84A2762D60EB}">
      <dsp:nvSpPr>
        <dsp:cNvPr id="0" name=""/>
        <dsp:cNvSpPr/>
      </dsp:nvSpPr>
      <dsp:spPr>
        <a:xfrm>
          <a:off x="422016" y="301899"/>
          <a:ext cx="4168966" cy="6037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926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rPr>
            <a:t>Metode</a:t>
          </a:r>
          <a:r>
            <a:rPr lang="en-US" sz="1600" kern="12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rPr>
            <a:t> Gauss</a:t>
          </a:r>
        </a:p>
      </dsp:txBody>
      <dsp:txXfrm>
        <a:off x="422016" y="301899"/>
        <a:ext cx="4168966" cy="603799"/>
      </dsp:txXfrm>
    </dsp:sp>
    <dsp:sp modelId="{2B424D38-B2D7-7747-BB0B-BDBE4DBC287C}">
      <dsp:nvSpPr>
        <dsp:cNvPr id="0" name=""/>
        <dsp:cNvSpPr/>
      </dsp:nvSpPr>
      <dsp:spPr>
        <a:xfrm>
          <a:off x="44642" y="226424"/>
          <a:ext cx="754749" cy="754749"/>
        </a:xfrm>
        <a:prstGeom prst="ellipse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FC57FE-32FB-284C-8AA8-84ECEB9DB695}">
      <dsp:nvSpPr>
        <dsp:cNvPr id="0" name=""/>
        <dsp:cNvSpPr/>
      </dsp:nvSpPr>
      <dsp:spPr>
        <a:xfrm>
          <a:off x="641497" y="1207598"/>
          <a:ext cx="3949485" cy="6037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926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rPr>
            <a:t>Metode</a:t>
          </a:r>
          <a:r>
            <a:rPr lang="en-US" sz="1600" kern="12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rPr>
            <a:t> Gauss Jordan</a:t>
          </a:r>
        </a:p>
      </dsp:txBody>
      <dsp:txXfrm>
        <a:off x="641497" y="1207598"/>
        <a:ext cx="3949485" cy="603799"/>
      </dsp:txXfrm>
    </dsp:sp>
    <dsp:sp modelId="{61C63005-8735-F742-9B03-71813655FAF4}">
      <dsp:nvSpPr>
        <dsp:cNvPr id="0" name=""/>
        <dsp:cNvSpPr/>
      </dsp:nvSpPr>
      <dsp:spPr>
        <a:xfrm>
          <a:off x="264123" y="1132123"/>
          <a:ext cx="754749" cy="754749"/>
        </a:xfrm>
        <a:prstGeom prst="ellipse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4A05C1-183A-804D-B740-3D439D50353F}">
      <dsp:nvSpPr>
        <dsp:cNvPr id="0" name=""/>
        <dsp:cNvSpPr/>
      </dsp:nvSpPr>
      <dsp:spPr>
        <a:xfrm>
          <a:off x="422016" y="2113297"/>
          <a:ext cx="4168966" cy="6037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926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rPr>
            <a:t>Metode</a:t>
          </a:r>
          <a:r>
            <a:rPr lang="en-US" sz="1600" kern="12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rPr>
            <a:t> Gauss Seidel</a:t>
          </a:r>
        </a:p>
      </dsp:txBody>
      <dsp:txXfrm>
        <a:off x="422016" y="2113297"/>
        <a:ext cx="4168966" cy="603799"/>
      </dsp:txXfrm>
    </dsp:sp>
    <dsp:sp modelId="{553D9B49-EEF3-F640-A360-51140FCC8473}">
      <dsp:nvSpPr>
        <dsp:cNvPr id="0" name=""/>
        <dsp:cNvSpPr/>
      </dsp:nvSpPr>
      <dsp:spPr>
        <a:xfrm>
          <a:off x="44642" y="2037822"/>
          <a:ext cx="754749" cy="754749"/>
        </a:xfrm>
        <a:prstGeom prst="ellipse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4" Type="http://schemas.openxmlformats.org/officeDocument/2006/relationships/image" Target="../media/image32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image" Target="../media/image45.w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12" Type="http://schemas.openxmlformats.org/officeDocument/2006/relationships/image" Target="../media/image44.wmf"/><Relationship Id="rId2" Type="http://schemas.openxmlformats.org/officeDocument/2006/relationships/image" Target="../media/image34.wmf"/><Relationship Id="rId16" Type="http://schemas.openxmlformats.org/officeDocument/2006/relationships/image" Target="../media/image48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11" Type="http://schemas.openxmlformats.org/officeDocument/2006/relationships/image" Target="../media/image43.wmf"/><Relationship Id="rId5" Type="http://schemas.openxmlformats.org/officeDocument/2006/relationships/image" Target="../media/image37.wmf"/><Relationship Id="rId15" Type="http://schemas.openxmlformats.org/officeDocument/2006/relationships/image" Target="../media/image47.wmf"/><Relationship Id="rId10" Type="http://schemas.openxmlformats.org/officeDocument/2006/relationships/image" Target="../media/image42.wmf"/><Relationship Id="rId4" Type="http://schemas.openxmlformats.org/officeDocument/2006/relationships/image" Target="../media/image36.wmf"/><Relationship Id="rId9" Type="http://schemas.openxmlformats.org/officeDocument/2006/relationships/image" Target="../media/image41.wmf"/><Relationship Id="rId14" Type="http://schemas.openxmlformats.org/officeDocument/2006/relationships/image" Target="../media/image4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22.wmf"/><Relationship Id="rId1" Type="http://schemas.openxmlformats.org/officeDocument/2006/relationships/image" Target="../media/image49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2880bcb85c6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2880bcb85c6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28a0eaa150d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28a0eaa150d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8a0eaa150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8a0eaa150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8a0eaa150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8a0eaa150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fontAlgn="base"/>
            <a:endParaRPr lang="en-ID" b="0" i="0" u="none" strike="noStrike" dirty="0">
              <a:solidFill>
                <a:srgbClr val="FFFFFF"/>
              </a:solidFill>
              <a:effectLst/>
              <a:latin typeface="Nunit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26303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8a0eaa150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8a0eaa150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9363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8a0eaa150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8a0eaa150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Jika pada proses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perhitungannya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terdapat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pecahan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atau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bilangan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desimal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maka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lakukan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pembulatan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atau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pemotongan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sehingga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akan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ditemukan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nilai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error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atau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selisih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dari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nilai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asli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dan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nilai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setelah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dilakukan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pembulatan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atau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pemotongan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Jika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tidak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ditemukan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pecahan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atau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desimal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maka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tidak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perlu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menghitung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nilai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error</a:t>
            </a:r>
            <a:endParaRPr lang="en-ID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en-ID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D" b="0" i="0" u="none" strike="noStrike" dirty="0" err="1">
                <a:solidFill>
                  <a:srgbClr val="000000"/>
                </a:solidFill>
                <a:effectLst/>
              </a:rPr>
              <a:t>Contoh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</a:rPr>
              <a:t>ada</a:t>
            </a: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 error: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Baris 1: 1,  1/2,  1/3​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Baris 2: 1/2,  1/3,  1/4​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Baris 3: 1/3,  1/4,  1/5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D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5282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8a0eaa150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8a0eaa150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3099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8a0eaa150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8a0eaa150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213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8a0eaa150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8a0eaa150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fontAlgn="base"/>
            <a:endParaRPr lang="en-ID" b="0" i="0" u="none" strike="noStrike" dirty="0">
              <a:solidFill>
                <a:srgbClr val="FFFFFF"/>
              </a:solidFill>
              <a:effectLst/>
              <a:latin typeface="Nunit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84262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8a0eaa150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8a0eaa150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92011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8a0eaa150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8a0eaa150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9181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28a0eaa150d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28a0eaa150d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27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8295550" y="2437150"/>
            <a:ext cx="631500" cy="721150"/>
            <a:chOff x="6533825" y="4313425"/>
            <a:chExt cx="631500" cy="721150"/>
          </a:xfrm>
        </p:grpSpPr>
        <p:sp>
          <p:nvSpPr>
            <p:cNvPr id="10" name="Google Shape;10;p2"/>
            <p:cNvSpPr/>
            <p:nvPr/>
          </p:nvSpPr>
          <p:spPr>
            <a:xfrm>
              <a:off x="6965450" y="49783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6965450" y="4811900"/>
              <a:ext cx="56250" cy="56275"/>
            </a:xfrm>
            <a:custGeom>
              <a:avLst/>
              <a:gdLst/>
              <a:ahLst/>
              <a:cxnLst/>
              <a:rect l="l" t="t" r="r" b="b"/>
              <a:pathLst>
                <a:path w="2250" h="2251" extrusionOk="0">
                  <a:moveTo>
                    <a:pt x="1125" y="1"/>
                  </a:moveTo>
                  <a:cubicBezTo>
                    <a:pt x="517" y="1"/>
                    <a:pt x="0" y="518"/>
                    <a:pt x="0" y="1126"/>
                  </a:cubicBezTo>
                  <a:cubicBezTo>
                    <a:pt x="0" y="1764"/>
                    <a:pt x="517" y="2250"/>
                    <a:pt x="1125" y="2250"/>
                  </a:cubicBezTo>
                  <a:cubicBezTo>
                    <a:pt x="1733" y="2250"/>
                    <a:pt x="2249" y="1764"/>
                    <a:pt x="2249" y="1126"/>
                  </a:cubicBezTo>
                  <a:cubicBezTo>
                    <a:pt x="224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965450" y="46462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965450" y="44798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965450" y="43134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821825" y="49783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821825" y="4811900"/>
              <a:ext cx="55500" cy="56275"/>
            </a:xfrm>
            <a:custGeom>
              <a:avLst/>
              <a:gdLst/>
              <a:ahLst/>
              <a:cxnLst/>
              <a:rect l="l" t="t" r="r" b="b"/>
              <a:pathLst>
                <a:path w="2220" h="2251" extrusionOk="0">
                  <a:moveTo>
                    <a:pt x="1125" y="1"/>
                  </a:moveTo>
                  <a:cubicBezTo>
                    <a:pt x="487" y="1"/>
                    <a:pt x="0" y="518"/>
                    <a:pt x="0" y="1126"/>
                  </a:cubicBezTo>
                  <a:cubicBezTo>
                    <a:pt x="0" y="1764"/>
                    <a:pt x="487" y="2250"/>
                    <a:pt x="1125" y="2250"/>
                  </a:cubicBezTo>
                  <a:cubicBezTo>
                    <a:pt x="1733" y="2250"/>
                    <a:pt x="2219" y="1764"/>
                    <a:pt x="2219" y="1126"/>
                  </a:cubicBezTo>
                  <a:cubicBezTo>
                    <a:pt x="221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821825" y="46462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821825" y="44798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821825" y="43134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109825" y="49783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109825" y="4811900"/>
              <a:ext cx="55500" cy="56275"/>
            </a:xfrm>
            <a:custGeom>
              <a:avLst/>
              <a:gdLst/>
              <a:ahLst/>
              <a:cxnLst/>
              <a:rect l="l" t="t" r="r" b="b"/>
              <a:pathLst>
                <a:path w="2220" h="2251" extrusionOk="0">
                  <a:moveTo>
                    <a:pt x="1125" y="1"/>
                  </a:moveTo>
                  <a:cubicBezTo>
                    <a:pt x="487" y="1"/>
                    <a:pt x="0" y="518"/>
                    <a:pt x="0" y="1126"/>
                  </a:cubicBezTo>
                  <a:cubicBezTo>
                    <a:pt x="0" y="1764"/>
                    <a:pt x="487" y="2250"/>
                    <a:pt x="1125" y="2250"/>
                  </a:cubicBezTo>
                  <a:cubicBezTo>
                    <a:pt x="1733" y="2250"/>
                    <a:pt x="2219" y="1764"/>
                    <a:pt x="2219" y="1126"/>
                  </a:cubicBezTo>
                  <a:cubicBezTo>
                    <a:pt x="221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109825" y="46462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109825" y="44798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109825" y="43134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677450" y="49783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677450" y="4811900"/>
              <a:ext cx="56250" cy="56275"/>
            </a:xfrm>
            <a:custGeom>
              <a:avLst/>
              <a:gdLst/>
              <a:ahLst/>
              <a:cxnLst/>
              <a:rect l="l" t="t" r="r" b="b"/>
              <a:pathLst>
                <a:path w="2250" h="2251" extrusionOk="0">
                  <a:moveTo>
                    <a:pt x="1125" y="1"/>
                  </a:moveTo>
                  <a:cubicBezTo>
                    <a:pt x="517" y="1"/>
                    <a:pt x="0" y="518"/>
                    <a:pt x="0" y="1126"/>
                  </a:cubicBezTo>
                  <a:cubicBezTo>
                    <a:pt x="0" y="1764"/>
                    <a:pt x="517" y="2250"/>
                    <a:pt x="1125" y="2250"/>
                  </a:cubicBezTo>
                  <a:cubicBezTo>
                    <a:pt x="1733" y="2250"/>
                    <a:pt x="2249" y="1764"/>
                    <a:pt x="2249" y="1126"/>
                  </a:cubicBezTo>
                  <a:cubicBezTo>
                    <a:pt x="224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677450" y="46462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677450" y="44798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677450" y="43134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533825" y="49783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533825" y="4811900"/>
              <a:ext cx="55500" cy="56275"/>
            </a:xfrm>
            <a:custGeom>
              <a:avLst/>
              <a:gdLst/>
              <a:ahLst/>
              <a:cxnLst/>
              <a:rect l="l" t="t" r="r" b="b"/>
              <a:pathLst>
                <a:path w="2220" h="2251" extrusionOk="0">
                  <a:moveTo>
                    <a:pt x="1125" y="1"/>
                  </a:moveTo>
                  <a:cubicBezTo>
                    <a:pt x="487" y="1"/>
                    <a:pt x="0" y="518"/>
                    <a:pt x="0" y="1126"/>
                  </a:cubicBezTo>
                  <a:cubicBezTo>
                    <a:pt x="0" y="1764"/>
                    <a:pt x="487" y="2250"/>
                    <a:pt x="1125" y="2250"/>
                  </a:cubicBezTo>
                  <a:cubicBezTo>
                    <a:pt x="1733" y="2250"/>
                    <a:pt x="2219" y="1764"/>
                    <a:pt x="2219" y="1126"/>
                  </a:cubicBezTo>
                  <a:cubicBezTo>
                    <a:pt x="221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533825" y="46462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533825" y="44798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533825" y="43134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7271250" y="3754850"/>
            <a:ext cx="3382300" cy="1993950"/>
            <a:chOff x="1317925" y="2802775"/>
            <a:chExt cx="3382300" cy="1993950"/>
          </a:xfrm>
        </p:grpSpPr>
        <p:sp>
          <p:nvSpPr>
            <p:cNvPr id="36" name="Google Shape;36;p2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2"/>
          <p:cNvGrpSpPr/>
          <p:nvPr/>
        </p:nvGrpSpPr>
        <p:grpSpPr>
          <a:xfrm flipH="1">
            <a:off x="2244842" y="4599425"/>
            <a:ext cx="4489475" cy="193775"/>
            <a:chOff x="1784500" y="1867350"/>
            <a:chExt cx="4489475" cy="193775"/>
          </a:xfrm>
        </p:grpSpPr>
        <p:sp>
          <p:nvSpPr>
            <p:cNvPr id="49" name="Google Shape;49;p2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2328517" y="345725"/>
            <a:ext cx="4489475" cy="193775"/>
            <a:chOff x="1784500" y="1867350"/>
            <a:chExt cx="4489475" cy="193775"/>
          </a:xfrm>
        </p:grpSpPr>
        <p:sp>
          <p:nvSpPr>
            <p:cNvPr id="53" name="Google Shape;53;p2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p2"/>
          <p:cNvSpPr txBox="1">
            <a:spLocks noGrp="1"/>
          </p:cNvSpPr>
          <p:nvPr>
            <p:ph type="ctrTitle"/>
          </p:nvPr>
        </p:nvSpPr>
        <p:spPr>
          <a:xfrm>
            <a:off x="1986225" y="1251900"/>
            <a:ext cx="5174100" cy="21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2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7" name="Google Shape;57;p2"/>
          <p:cNvSpPr txBox="1">
            <a:spLocks noGrp="1"/>
          </p:cNvSpPr>
          <p:nvPr>
            <p:ph type="subTitle" idx="1"/>
          </p:nvPr>
        </p:nvSpPr>
        <p:spPr>
          <a:xfrm>
            <a:off x="1986214" y="3423425"/>
            <a:ext cx="51741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5"/>
          <p:cNvGrpSpPr/>
          <p:nvPr/>
        </p:nvGrpSpPr>
        <p:grpSpPr>
          <a:xfrm flipH="1">
            <a:off x="7919517" y="3983460"/>
            <a:ext cx="1895833" cy="1895866"/>
            <a:chOff x="3835450" y="-252000"/>
            <a:chExt cx="1445325" cy="1445350"/>
          </a:xfrm>
        </p:grpSpPr>
        <p:sp>
          <p:nvSpPr>
            <p:cNvPr id="142" name="Google Shape;142;p5"/>
            <p:cNvSpPr/>
            <p:nvPr/>
          </p:nvSpPr>
          <p:spPr>
            <a:xfrm>
              <a:off x="3835450" y="-252000"/>
              <a:ext cx="1445325" cy="1445350"/>
            </a:xfrm>
            <a:custGeom>
              <a:avLst/>
              <a:gdLst/>
              <a:ahLst/>
              <a:cxnLst/>
              <a:rect l="l" t="t" r="r" b="b"/>
              <a:pathLst>
                <a:path w="57813" h="57814" fill="none" extrusionOk="0">
                  <a:moveTo>
                    <a:pt x="43375" y="14439"/>
                  </a:moveTo>
                  <a:lnTo>
                    <a:pt x="28907" y="1"/>
                  </a:lnTo>
                  <a:lnTo>
                    <a:pt x="14438" y="14439"/>
                  </a:lnTo>
                  <a:lnTo>
                    <a:pt x="0" y="28907"/>
                  </a:lnTo>
                  <a:lnTo>
                    <a:pt x="14438" y="43375"/>
                  </a:lnTo>
                  <a:lnTo>
                    <a:pt x="28907" y="57813"/>
                  </a:lnTo>
                  <a:lnTo>
                    <a:pt x="43375" y="43375"/>
                  </a:lnTo>
                  <a:lnTo>
                    <a:pt x="57813" y="2890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3972225" y="-115200"/>
              <a:ext cx="1171775" cy="1171750"/>
            </a:xfrm>
            <a:custGeom>
              <a:avLst/>
              <a:gdLst/>
              <a:ahLst/>
              <a:cxnLst/>
              <a:rect l="l" t="t" r="r" b="b"/>
              <a:pathLst>
                <a:path w="46871" h="46870" fill="none" extrusionOk="0">
                  <a:moveTo>
                    <a:pt x="46871" y="23435"/>
                  </a:moveTo>
                  <a:lnTo>
                    <a:pt x="35138" y="11733"/>
                  </a:lnTo>
                  <a:lnTo>
                    <a:pt x="23436" y="0"/>
                  </a:lnTo>
                  <a:lnTo>
                    <a:pt x="11733" y="11733"/>
                  </a:lnTo>
                  <a:lnTo>
                    <a:pt x="0" y="23435"/>
                  </a:lnTo>
                  <a:lnTo>
                    <a:pt x="11733" y="35137"/>
                  </a:lnTo>
                  <a:lnTo>
                    <a:pt x="23436" y="46870"/>
                  </a:lnTo>
                  <a:lnTo>
                    <a:pt x="35138" y="3513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4109775" y="22325"/>
              <a:ext cx="896700" cy="896700"/>
            </a:xfrm>
            <a:custGeom>
              <a:avLst/>
              <a:gdLst/>
              <a:ahLst/>
              <a:cxnLst/>
              <a:rect l="l" t="t" r="r" b="b"/>
              <a:pathLst>
                <a:path w="35868" h="35868" fill="none" extrusionOk="0">
                  <a:moveTo>
                    <a:pt x="35867" y="17934"/>
                  </a:moveTo>
                  <a:lnTo>
                    <a:pt x="26900" y="8967"/>
                  </a:lnTo>
                  <a:lnTo>
                    <a:pt x="17934" y="1"/>
                  </a:lnTo>
                  <a:lnTo>
                    <a:pt x="8967" y="8967"/>
                  </a:lnTo>
                  <a:lnTo>
                    <a:pt x="0" y="17934"/>
                  </a:lnTo>
                  <a:lnTo>
                    <a:pt x="8967" y="26901"/>
                  </a:lnTo>
                  <a:lnTo>
                    <a:pt x="17934" y="35867"/>
                  </a:lnTo>
                  <a:lnTo>
                    <a:pt x="26900" y="2690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4247300" y="159875"/>
              <a:ext cx="621625" cy="621600"/>
            </a:xfrm>
            <a:custGeom>
              <a:avLst/>
              <a:gdLst/>
              <a:ahLst/>
              <a:cxnLst/>
              <a:rect l="l" t="t" r="r" b="b"/>
              <a:pathLst>
                <a:path w="24865" h="24864" fill="none" extrusionOk="0">
                  <a:moveTo>
                    <a:pt x="24864" y="12432"/>
                  </a:moveTo>
                  <a:lnTo>
                    <a:pt x="18664" y="6201"/>
                  </a:lnTo>
                  <a:lnTo>
                    <a:pt x="12433" y="0"/>
                  </a:lnTo>
                  <a:lnTo>
                    <a:pt x="6201" y="6201"/>
                  </a:lnTo>
                  <a:lnTo>
                    <a:pt x="1" y="12432"/>
                  </a:lnTo>
                  <a:lnTo>
                    <a:pt x="6201" y="18663"/>
                  </a:lnTo>
                  <a:lnTo>
                    <a:pt x="12433" y="24864"/>
                  </a:lnTo>
                  <a:lnTo>
                    <a:pt x="18664" y="18663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4384075" y="296650"/>
              <a:ext cx="348075" cy="348050"/>
            </a:xfrm>
            <a:custGeom>
              <a:avLst/>
              <a:gdLst/>
              <a:ahLst/>
              <a:cxnLst/>
              <a:rect l="l" t="t" r="r" b="b"/>
              <a:pathLst>
                <a:path w="13923" h="13922" fill="none" extrusionOk="0">
                  <a:moveTo>
                    <a:pt x="10427" y="3496"/>
                  </a:moveTo>
                  <a:lnTo>
                    <a:pt x="6962" y="0"/>
                  </a:lnTo>
                  <a:lnTo>
                    <a:pt x="3496" y="3496"/>
                  </a:lnTo>
                  <a:lnTo>
                    <a:pt x="1" y="6961"/>
                  </a:lnTo>
                  <a:lnTo>
                    <a:pt x="3496" y="10426"/>
                  </a:lnTo>
                  <a:lnTo>
                    <a:pt x="6962" y="13922"/>
                  </a:lnTo>
                  <a:lnTo>
                    <a:pt x="10427" y="10426"/>
                  </a:lnTo>
                  <a:lnTo>
                    <a:pt x="13922" y="696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147;p5"/>
          <p:cNvGrpSpPr/>
          <p:nvPr/>
        </p:nvGrpSpPr>
        <p:grpSpPr>
          <a:xfrm flipH="1">
            <a:off x="-1513236" y="3983450"/>
            <a:ext cx="3382300" cy="1993950"/>
            <a:chOff x="1317925" y="2802775"/>
            <a:chExt cx="3382300" cy="1993950"/>
          </a:xfrm>
        </p:grpSpPr>
        <p:sp>
          <p:nvSpPr>
            <p:cNvPr id="148" name="Google Shape;148;p5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" name="Google Shape;160;p5"/>
          <p:cNvGrpSpPr/>
          <p:nvPr/>
        </p:nvGrpSpPr>
        <p:grpSpPr>
          <a:xfrm>
            <a:off x="-1021739" y="0"/>
            <a:ext cx="1734954" cy="1734954"/>
            <a:chOff x="6340050" y="754850"/>
            <a:chExt cx="1595800" cy="1595800"/>
          </a:xfrm>
        </p:grpSpPr>
        <p:sp>
          <p:nvSpPr>
            <p:cNvPr id="161" name="Google Shape;161;p5"/>
            <p:cNvSpPr/>
            <p:nvPr/>
          </p:nvSpPr>
          <p:spPr>
            <a:xfrm>
              <a:off x="6517100" y="931925"/>
              <a:ext cx="1240925" cy="1241675"/>
            </a:xfrm>
            <a:custGeom>
              <a:avLst/>
              <a:gdLst/>
              <a:ahLst/>
              <a:cxnLst/>
              <a:rect l="l" t="t" r="r" b="b"/>
              <a:pathLst>
                <a:path w="49637" h="49667" extrusionOk="0">
                  <a:moveTo>
                    <a:pt x="24834" y="16870"/>
                  </a:moveTo>
                  <a:cubicBezTo>
                    <a:pt x="29211" y="16870"/>
                    <a:pt x="32798" y="20426"/>
                    <a:pt x="32798" y="24833"/>
                  </a:cubicBezTo>
                  <a:cubicBezTo>
                    <a:pt x="32798" y="29241"/>
                    <a:pt x="29211" y="32797"/>
                    <a:pt x="24834" y="32797"/>
                  </a:cubicBezTo>
                  <a:cubicBezTo>
                    <a:pt x="20427" y="32797"/>
                    <a:pt x="16840" y="29241"/>
                    <a:pt x="16840" y="24833"/>
                  </a:cubicBezTo>
                  <a:cubicBezTo>
                    <a:pt x="16840" y="20426"/>
                    <a:pt x="20427" y="16870"/>
                    <a:pt x="24834" y="16870"/>
                  </a:cubicBezTo>
                  <a:close/>
                  <a:moveTo>
                    <a:pt x="24834" y="0"/>
                  </a:moveTo>
                  <a:cubicBezTo>
                    <a:pt x="11095" y="0"/>
                    <a:pt x="1" y="11125"/>
                    <a:pt x="1" y="24833"/>
                  </a:cubicBezTo>
                  <a:cubicBezTo>
                    <a:pt x="1" y="38542"/>
                    <a:pt x="11126" y="49666"/>
                    <a:pt x="24834" y="49666"/>
                  </a:cubicBezTo>
                  <a:cubicBezTo>
                    <a:pt x="38542" y="49666"/>
                    <a:pt x="49637" y="38542"/>
                    <a:pt x="49637" y="24833"/>
                  </a:cubicBezTo>
                  <a:cubicBezTo>
                    <a:pt x="49637" y="11125"/>
                    <a:pt x="38542" y="0"/>
                    <a:pt x="248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6340050" y="754850"/>
              <a:ext cx="1595800" cy="1595800"/>
            </a:xfrm>
            <a:custGeom>
              <a:avLst/>
              <a:gdLst/>
              <a:ahLst/>
              <a:cxnLst/>
              <a:rect l="l" t="t" r="r" b="b"/>
              <a:pathLst>
                <a:path w="63832" h="63832" fill="none" extrusionOk="0">
                  <a:moveTo>
                    <a:pt x="31916" y="1"/>
                  </a:moveTo>
                  <a:cubicBezTo>
                    <a:pt x="14286" y="1"/>
                    <a:pt x="0" y="14287"/>
                    <a:pt x="0" y="31916"/>
                  </a:cubicBezTo>
                  <a:cubicBezTo>
                    <a:pt x="0" y="49546"/>
                    <a:pt x="14286" y="63832"/>
                    <a:pt x="31916" y="63832"/>
                  </a:cubicBezTo>
                  <a:cubicBezTo>
                    <a:pt x="49515" y="63832"/>
                    <a:pt x="63831" y="49546"/>
                    <a:pt x="63831" y="31916"/>
                  </a:cubicBezTo>
                  <a:cubicBezTo>
                    <a:pt x="63831" y="14287"/>
                    <a:pt x="49515" y="1"/>
                    <a:pt x="31916" y="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6781550" y="1196350"/>
              <a:ext cx="712050" cy="712050"/>
            </a:xfrm>
            <a:custGeom>
              <a:avLst/>
              <a:gdLst/>
              <a:ahLst/>
              <a:cxnLst/>
              <a:rect l="l" t="t" r="r" b="b"/>
              <a:pathLst>
                <a:path w="28482" h="28482" extrusionOk="0">
                  <a:moveTo>
                    <a:pt x="14256" y="9667"/>
                  </a:moveTo>
                  <a:cubicBezTo>
                    <a:pt x="16779" y="9667"/>
                    <a:pt x="18815" y="11733"/>
                    <a:pt x="18815" y="14256"/>
                  </a:cubicBezTo>
                  <a:cubicBezTo>
                    <a:pt x="18815" y="16779"/>
                    <a:pt x="16779" y="18816"/>
                    <a:pt x="14256" y="18816"/>
                  </a:cubicBezTo>
                  <a:cubicBezTo>
                    <a:pt x="11703" y="18816"/>
                    <a:pt x="9666" y="16779"/>
                    <a:pt x="9666" y="14256"/>
                  </a:cubicBezTo>
                  <a:cubicBezTo>
                    <a:pt x="9666" y="11733"/>
                    <a:pt x="11703" y="9667"/>
                    <a:pt x="14256" y="9667"/>
                  </a:cubicBezTo>
                  <a:close/>
                  <a:moveTo>
                    <a:pt x="14256" y="1"/>
                  </a:moveTo>
                  <a:cubicBezTo>
                    <a:pt x="6384" y="1"/>
                    <a:pt x="0" y="6384"/>
                    <a:pt x="0" y="14256"/>
                  </a:cubicBezTo>
                  <a:cubicBezTo>
                    <a:pt x="0" y="22129"/>
                    <a:pt x="6384" y="28481"/>
                    <a:pt x="14256" y="28481"/>
                  </a:cubicBezTo>
                  <a:cubicBezTo>
                    <a:pt x="22098" y="28481"/>
                    <a:pt x="28481" y="22129"/>
                    <a:pt x="28481" y="14256"/>
                  </a:cubicBezTo>
                  <a:cubicBezTo>
                    <a:pt x="28481" y="6384"/>
                    <a:pt x="22098" y="1"/>
                    <a:pt x="142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" name="Google Shape;164;p5"/>
          <p:cNvGrpSpPr/>
          <p:nvPr/>
        </p:nvGrpSpPr>
        <p:grpSpPr>
          <a:xfrm flipH="1">
            <a:off x="7855963" y="-320208"/>
            <a:ext cx="1604419" cy="1604360"/>
            <a:chOff x="-74975" y="157600"/>
            <a:chExt cx="1604419" cy="1604360"/>
          </a:xfrm>
        </p:grpSpPr>
        <p:sp>
          <p:nvSpPr>
            <p:cNvPr id="165" name="Google Shape;165;p5"/>
            <p:cNvSpPr/>
            <p:nvPr/>
          </p:nvSpPr>
          <p:spPr>
            <a:xfrm>
              <a:off x="399627" y="632159"/>
              <a:ext cx="1129817" cy="1129801"/>
            </a:xfrm>
            <a:custGeom>
              <a:avLst/>
              <a:gdLst/>
              <a:ahLst/>
              <a:cxnLst/>
              <a:rect l="l" t="t" r="r" b="b"/>
              <a:pathLst>
                <a:path w="70306" h="70305" extrusionOk="0">
                  <a:moveTo>
                    <a:pt x="0" y="0"/>
                  </a:moveTo>
                  <a:lnTo>
                    <a:pt x="0" y="70305"/>
                  </a:lnTo>
                  <a:lnTo>
                    <a:pt x="7030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solidFill>
              <a:srgbClr val="368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213025" y="44557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155275" y="38782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98300" y="330850"/>
              <a:ext cx="757625" cy="757625"/>
            </a:xfrm>
            <a:custGeom>
              <a:avLst/>
              <a:gdLst/>
              <a:ahLst/>
              <a:cxnLst/>
              <a:rect l="l" t="t" r="r" b="b"/>
              <a:pathLst>
                <a:path w="30305" h="30305" fill="none" extrusionOk="0">
                  <a:moveTo>
                    <a:pt x="0" y="30305"/>
                  </a:moveTo>
                  <a:lnTo>
                    <a:pt x="3030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40550" y="2731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-17200" y="215350"/>
              <a:ext cx="758375" cy="758375"/>
            </a:xfrm>
            <a:custGeom>
              <a:avLst/>
              <a:gdLst/>
              <a:ahLst/>
              <a:cxnLst/>
              <a:rect l="l" t="t" r="r" b="b"/>
              <a:pathLst>
                <a:path w="30335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-74975" y="1576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1" y="30335"/>
                  </a:moveTo>
                  <a:lnTo>
                    <a:pt x="30336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fill="none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" name="Google Shape;174;p5"/>
          <p:cNvSpPr txBox="1">
            <a:spLocks noGrp="1"/>
          </p:cNvSpPr>
          <p:nvPr>
            <p:ph type="subTitle" idx="1"/>
          </p:nvPr>
        </p:nvSpPr>
        <p:spPr>
          <a:xfrm>
            <a:off x="1140900" y="1990825"/>
            <a:ext cx="3256800" cy="19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5"/>
          <p:cNvSpPr txBox="1">
            <a:spLocks noGrp="1"/>
          </p:cNvSpPr>
          <p:nvPr>
            <p:ph type="subTitle" idx="2"/>
          </p:nvPr>
        </p:nvSpPr>
        <p:spPr>
          <a:xfrm>
            <a:off x="4746300" y="1990825"/>
            <a:ext cx="3256800" cy="19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9" name="Google Shape;749;p26"/>
          <p:cNvGrpSpPr/>
          <p:nvPr/>
        </p:nvGrpSpPr>
        <p:grpSpPr>
          <a:xfrm rot="10800000">
            <a:off x="-1421297" y="-502690"/>
            <a:ext cx="3382300" cy="1993950"/>
            <a:chOff x="1317925" y="2802775"/>
            <a:chExt cx="3382300" cy="1993950"/>
          </a:xfrm>
        </p:grpSpPr>
        <p:sp>
          <p:nvSpPr>
            <p:cNvPr id="750" name="Google Shape;750;p26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6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6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6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2" name="Google Shape;762;p26"/>
          <p:cNvGrpSpPr/>
          <p:nvPr/>
        </p:nvGrpSpPr>
        <p:grpSpPr>
          <a:xfrm>
            <a:off x="3176813" y="4566944"/>
            <a:ext cx="2790375" cy="64975"/>
            <a:chOff x="5954300" y="4334988"/>
            <a:chExt cx="2790375" cy="64975"/>
          </a:xfrm>
        </p:grpSpPr>
        <p:sp>
          <p:nvSpPr>
            <p:cNvPr id="763" name="Google Shape;763;p26"/>
            <p:cNvSpPr/>
            <p:nvPr/>
          </p:nvSpPr>
          <p:spPr>
            <a:xfrm>
              <a:off x="8544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6"/>
            <p:cNvSpPr/>
            <p:nvPr/>
          </p:nvSpPr>
          <p:spPr>
            <a:xfrm>
              <a:off x="7825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6"/>
            <p:cNvSpPr/>
            <p:nvPr/>
          </p:nvSpPr>
          <p:spPr>
            <a:xfrm>
              <a:off x="6385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6"/>
            <p:cNvSpPr/>
            <p:nvPr/>
          </p:nvSpPr>
          <p:spPr>
            <a:xfrm>
              <a:off x="7105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6"/>
            <p:cNvSpPr/>
            <p:nvPr/>
          </p:nvSpPr>
          <p:spPr>
            <a:xfrm>
              <a:off x="8401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6"/>
            <p:cNvSpPr/>
            <p:nvPr/>
          </p:nvSpPr>
          <p:spPr>
            <a:xfrm>
              <a:off x="7681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6"/>
            <p:cNvSpPr/>
            <p:nvPr/>
          </p:nvSpPr>
          <p:spPr>
            <a:xfrm>
              <a:off x="6242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6"/>
            <p:cNvSpPr/>
            <p:nvPr/>
          </p:nvSpPr>
          <p:spPr>
            <a:xfrm>
              <a:off x="6961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6"/>
            <p:cNvSpPr/>
            <p:nvPr/>
          </p:nvSpPr>
          <p:spPr>
            <a:xfrm>
              <a:off x="8689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6"/>
            <p:cNvSpPr/>
            <p:nvPr/>
          </p:nvSpPr>
          <p:spPr>
            <a:xfrm>
              <a:off x="7969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6"/>
            <p:cNvSpPr/>
            <p:nvPr/>
          </p:nvSpPr>
          <p:spPr>
            <a:xfrm>
              <a:off x="6530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6"/>
            <p:cNvSpPr/>
            <p:nvPr/>
          </p:nvSpPr>
          <p:spPr>
            <a:xfrm>
              <a:off x="7249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6"/>
            <p:cNvSpPr/>
            <p:nvPr/>
          </p:nvSpPr>
          <p:spPr>
            <a:xfrm>
              <a:off x="8256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6"/>
            <p:cNvSpPr/>
            <p:nvPr/>
          </p:nvSpPr>
          <p:spPr>
            <a:xfrm>
              <a:off x="7537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6"/>
            <p:cNvSpPr/>
            <p:nvPr/>
          </p:nvSpPr>
          <p:spPr>
            <a:xfrm>
              <a:off x="6097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6"/>
            <p:cNvSpPr/>
            <p:nvPr/>
          </p:nvSpPr>
          <p:spPr>
            <a:xfrm>
              <a:off x="6817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6"/>
            <p:cNvSpPr/>
            <p:nvPr/>
          </p:nvSpPr>
          <p:spPr>
            <a:xfrm>
              <a:off x="8113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6"/>
            <p:cNvSpPr/>
            <p:nvPr/>
          </p:nvSpPr>
          <p:spPr>
            <a:xfrm>
              <a:off x="7393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6"/>
            <p:cNvSpPr/>
            <p:nvPr/>
          </p:nvSpPr>
          <p:spPr>
            <a:xfrm>
              <a:off x="5954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6"/>
            <p:cNvSpPr/>
            <p:nvPr/>
          </p:nvSpPr>
          <p:spPr>
            <a:xfrm>
              <a:off x="6673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3" name="Google Shape;783;p26"/>
          <p:cNvGrpSpPr/>
          <p:nvPr/>
        </p:nvGrpSpPr>
        <p:grpSpPr>
          <a:xfrm>
            <a:off x="8482509" y="2257015"/>
            <a:ext cx="1359460" cy="1359460"/>
            <a:chOff x="3901550" y="2223725"/>
            <a:chExt cx="1557050" cy="1557050"/>
          </a:xfrm>
        </p:grpSpPr>
        <p:sp>
          <p:nvSpPr>
            <p:cNvPr id="784" name="Google Shape;784;p26"/>
            <p:cNvSpPr/>
            <p:nvPr/>
          </p:nvSpPr>
          <p:spPr>
            <a:xfrm>
              <a:off x="4212350" y="2535275"/>
              <a:ext cx="934700" cy="933925"/>
            </a:xfrm>
            <a:custGeom>
              <a:avLst/>
              <a:gdLst/>
              <a:ahLst/>
              <a:cxnLst/>
              <a:rect l="l" t="t" r="r" b="b"/>
              <a:pathLst>
                <a:path w="37388" h="37357" extrusionOk="0">
                  <a:moveTo>
                    <a:pt x="18694" y="1"/>
                  </a:moveTo>
                  <a:cubicBezTo>
                    <a:pt x="8390" y="1"/>
                    <a:pt x="1" y="8360"/>
                    <a:pt x="1" y="18664"/>
                  </a:cubicBezTo>
                  <a:cubicBezTo>
                    <a:pt x="1" y="28998"/>
                    <a:pt x="8390" y="37357"/>
                    <a:pt x="18694" y="37357"/>
                  </a:cubicBezTo>
                  <a:cubicBezTo>
                    <a:pt x="29028" y="37357"/>
                    <a:pt x="37387" y="28998"/>
                    <a:pt x="37387" y="18664"/>
                  </a:cubicBezTo>
                  <a:cubicBezTo>
                    <a:pt x="37387" y="8360"/>
                    <a:pt x="29028" y="1"/>
                    <a:pt x="186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6"/>
            <p:cNvSpPr/>
            <p:nvPr/>
          </p:nvSpPr>
          <p:spPr>
            <a:xfrm>
              <a:off x="4385600" y="2707775"/>
              <a:ext cx="588950" cy="588950"/>
            </a:xfrm>
            <a:custGeom>
              <a:avLst/>
              <a:gdLst/>
              <a:ahLst/>
              <a:cxnLst/>
              <a:rect l="l" t="t" r="r" b="b"/>
              <a:pathLst>
                <a:path w="23558" h="23558" fill="none" extrusionOk="0">
                  <a:moveTo>
                    <a:pt x="23557" y="11764"/>
                  </a:moveTo>
                  <a:cubicBezTo>
                    <a:pt x="23557" y="18268"/>
                    <a:pt x="18269" y="23557"/>
                    <a:pt x="11764" y="23557"/>
                  </a:cubicBezTo>
                  <a:cubicBezTo>
                    <a:pt x="5259" y="23557"/>
                    <a:pt x="1" y="18268"/>
                    <a:pt x="1" y="11764"/>
                  </a:cubicBezTo>
                  <a:cubicBezTo>
                    <a:pt x="1" y="5259"/>
                    <a:pt x="5259" y="1"/>
                    <a:pt x="11764" y="1"/>
                  </a:cubicBezTo>
                  <a:cubicBezTo>
                    <a:pt x="18269" y="1"/>
                    <a:pt x="23557" y="5259"/>
                    <a:pt x="23557" y="11764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6"/>
            <p:cNvSpPr/>
            <p:nvPr/>
          </p:nvSpPr>
          <p:spPr>
            <a:xfrm>
              <a:off x="4596100" y="2919025"/>
              <a:ext cx="167200" cy="166450"/>
            </a:xfrm>
            <a:custGeom>
              <a:avLst/>
              <a:gdLst/>
              <a:ahLst/>
              <a:cxnLst/>
              <a:rect l="l" t="t" r="r" b="b"/>
              <a:pathLst>
                <a:path w="6688" h="6658" extrusionOk="0">
                  <a:moveTo>
                    <a:pt x="3344" y="1"/>
                  </a:moveTo>
                  <a:cubicBezTo>
                    <a:pt x="1520" y="1"/>
                    <a:pt x="0" y="1490"/>
                    <a:pt x="0" y="3314"/>
                  </a:cubicBezTo>
                  <a:cubicBezTo>
                    <a:pt x="0" y="5168"/>
                    <a:pt x="1520" y="6657"/>
                    <a:pt x="3344" y="6657"/>
                  </a:cubicBezTo>
                  <a:cubicBezTo>
                    <a:pt x="5198" y="6657"/>
                    <a:pt x="6687" y="5168"/>
                    <a:pt x="6687" y="3314"/>
                  </a:cubicBezTo>
                  <a:cubicBezTo>
                    <a:pt x="6687" y="1490"/>
                    <a:pt x="5198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6"/>
            <p:cNvSpPr/>
            <p:nvPr/>
          </p:nvSpPr>
          <p:spPr>
            <a:xfrm>
              <a:off x="4496550" y="2819475"/>
              <a:ext cx="366300" cy="365525"/>
            </a:xfrm>
            <a:custGeom>
              <a:avLst/>
              <a:gdLst/>
              <a:ahLst/>
              <a:cxnLst/>
              <a:rect l="l" t="t" r="r" b="b"/>
              <a:pathLst>
                <a:path w="14652" h="14621" fill="none" extrusionOk="0">
                  <a:moveTo>
                    <a:pt x="14651" y="7296"/>
                  </a:moveTo>
                  <a:cubicBezTo>
                    <a:pt x="14651" y="11338"/>
                    <a:pt x="11369" y="14621"/>
                    <a:pt x="7326" y="14621"/>
                  </a:cubicBezTo>
                  <a:cubicBezTo>
                    <a:pt x="3283" y="14621"/>
                    <a:pt x="1" y="11338"/>
                    <a:pt x="1" y="7296"/>
                  </a:cubicBezTo>
                  <a:cubicBezTo>
                    <a:pt x="1" y="3283"/>
                    <a:pt x="3283" y="1"/>
                    <a:pt x="7326" y="1"/>
                  </a:cubicBezTo>
                  <a:cubicBezTo>
                    <a:pt x="11369" y="1"/>
                    <a:pt x="14651" y="3283"/>
                    <a:pt x="14651" y="7296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6"/>
            <p:cNvSpPr/>
            <p:nvPr/>
          </p:nvSpPr>
          <p:spPr>
            <a:xfrm>
              <a:off x="3901550" y="2223725"/>
              <a:ext cx="1557050" cy="1557050"/>
            </a:xfrm>
            <a:custGeom>
              <a:avLst/>
              <a:gdLst/>
              <a:ahLst/>
              <a:cxnLst/>
              <a:rect l="l" t="t" r="r" b="b"/>
              <a:pathLst>
                <a:path w="62282" h="62282" extrusionOk="0">
                  <a:moveTo>
                    <a:pt x="31126" y="5259"/>
                  </a:moveTo>
                  <a:cubicBezTo>
                    <a:pt x="45412" y="5259"/>
                    <a:pt x="57023" y="16840"/>
                    <a:pt x="57023" y="31126"/>
                  </a:cubicBezTo>
                  <a:cubicBezTo>
                    <a:pt x="57023" y="45442"/>
                    <a:pt x="45412" y="57023"/>
                    <a:pt x="31126" y="57023"/>
                  </a:cubicBezTo>
                  <a:cubicBezTo>
                    <a:pt x="16840" y="57023"/>
                    <a:pt x="5259" y="45442"/>
                    <a:pt x="5259" y="31126"/>
                  </a:cubicBezTo>
                  <a:cubicBezTo>
                    <a:pt x="5259" y="16840"/>
                    <a:pt x="16840" y="5259"/>
                    <a:pt x="31126" y="5259"/>
                  </a:cubicBezTo>
                  <a:close/>
                  <a:moveTo>
                    <a:pt x="31126" y="1"/>
                  </a:moveTo>
                  <a:cubicBezTo>
                    <a:pt x="13922" y="1"/>
                    <a:pt x="1" y="13952"/>
                    <a:pt x="1" y="31126"/>
                  </a:cubicBezTo>
                  <a:cubicBezTo>
                    <a:pt x="1" y="48330"/>
                    <a:pt x="13922" y="62281"/>
                    <a:pt x="31126" y="62281"/>
                  </a:cubicBezTo>
                  <a:cubicBezTo>
                    <a:pt x="48330" y="62281"/>
                    <a:pt x="62281" y="48330"/>
                    <a:pt x="62281" y="31126"/>
                  </a:cubicBezTo>
                  <a:cubicBezTo>
                    <a:pt x="62281" y="13952"/>
                    <a:pt x="48330" y="1"/>
                    <a:pt x="31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9" name="Google Shape;789;p26"/>
          <p:cNvSpPr txBox="1">
            <a:spLocks noGrp="1"/>
          </p:cNvSpPr>
          <p:nvPr>
            <p:ph type="subTitle" idx="1"/>
          </p:nvPr>
        </p:nvSpPr>
        <p:spPr>
          <a:xfrm>
            <a:off x="1104984" y="2143345"/>
            <a:ext cx="2042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0" name="Google Shape;790;p26"/>
          <p:cNvSpPr txBox="1">
            <a:spLocks noGrp="1"/>
          </p:cNvSpPr>
          <p:nvPr>
            <p:ph type="subTitle" idx="2"/>
          </p:nvPr>
        </p:nvSpPr>
        <p:spPr>
          <a:xfrm>
            <a:off x="3550650" y="2143345"/>
            <a:ext cx="2042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1" name="Google Shape;791;p26"/>
          <p:cNvSpPr txBox="1">
            <a:spLocks noGrp="1"/>
          </p:cNvSpPr>
          <p:nvPr>
            <p:ph type="subTitle" idx="3"/>
          </p:nvPr>
        </p:nvSpPr>
        <p:spPr>
          <a:xfrm>
            <a:off x="5996325" y="2143345"/>
            <a:ext cx="2038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2" name="Google Shape;792;p26"/>
          <p:cNvSpPr txBox="1">
            <a:spLocks noGrp="1"/>
          </p:cNvSpPr>
          <p:nvPr>
            <p:ph type="subTitle" idx="4"/>
          </p:nvPr>
        </p:nvSpPr>
        <p:spPr>
          <a:xfrm>
            <a:off x="1104984" y="3445997"/>
            <a:ext cx="2042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26"/>
          <p:cNvSpPr txBox="1">
            <a:spLocks noGrp="1"/>
          </p:cNvSpPr>
          <p:nvPr>
            <p:ph type="subTitle" idx="5"/>
          </p:nvPr>
        </p:nvSpPr>
        <p:spPr>
          <a:xfrm>
            <a:off x="3550650" y="3445997"/>
            <a:ext cx="2042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4" name="Google Shape;794;p26"/>
          <p:cNvSpPr txBox="1">
            <a:spLocks noGrp="1"/>
          </p:cNvSpPr>
          <p:nvPr>
            <p:ph type="subTitle" idx="6"/>
          </p:nvPr>
        </p:nvSpPr>
        <p:spPr>
          <a:xfrm>
            <a:off x="5996325" y="3445997"/>
            <a:ext cx="2038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5" name="Google Shape;795;p26"/>
          <p:cNvSpPr txBox="1">
            <a:spLocks noGrp="1"/>
          </p:cNvSpPr>
          <p:nvPr>
            <p:ph type="subTitle" idx="7"/>
          </p:nvPr>
        </p:nvSpPr>
        <p:spPr>
          <a:xfrm>
            <a:off x="1100700" y="1789600"/>
            <a:ext cx="2042700" cy="49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6" name="Google Shape;796;p26"/>
          <p:cNvSpPr txBox="1">
            <a:spLocks noGrp="1"/>
          </p:cNvSpPr>
          <p:nvPr>
            <p:ph type="subTitle" idx="8"/>
          </p:nvPr>
        </p:nvSpPr>
        <p:spPr>
          <a:xfrm>
            <a:off x="3550650" y="1789600"/>
            <a:ext cx="2042700" cy="49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7" name="Google Shape;797;p26"/>
          <p:cNvSpPr txBox="1">
            <a:spLocks noGrp="1"/>
          </p:cNvSpPr>
          <p:nvPr>
            <p:ph type="subTitle" idx="9"/>
          </p:nvPr>
        </p:nvSpPr>
        <p:spPr>
          <a:xfrm>
            <a:off x="6000600" y="1789600"/>
            <a:ext cx="2038500" cy="49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8" name="Google Shape;798;p26"/>
          <p:cNvSpPr txBox="1">
            <a:spLocks noGrp="1"/>
          </p:cNvSpPr>
          <p:nvPr>
            <p:ph type="subTitle" idx="13"/>
          </p:nvPr>
        </p:nvSpPr>
        <p:spPr>
          <a:xfrm>
            <a:off x="1100700" y="3087750"/>
            <a:ext cx="2042700" cy="49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9" name="Google Shape;799;p26"/>
          <p:cNvSpPr txBox="1">
            <a:spLocks noGrp="1"/>
          </p:cNvSpPr>
          <p:nvPr>
            <p:ph type="subTitle" idx="14"/>
          </p:nvPr>
        </p:nvSpPr>
        <p:spPr>
          <a:xfrm>
            <a:off x="3550650" y="3087750"/>
            <a:ext cx="2042700" cy="49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00" name="Google Shape;800;p26"/>
          <p:cNvSpPr txBox="1">
            <a:spLocks noGrp="1"/>
          </p:cNvSpPr>
          <p:nvPr>
            <p:ph type="subTitle" idx="15"/>
          </p:nvPr>
        </p:nvSpPr>
        <p:spPr>
          <a:xfrm>
            <a:off x="6000600" y="3087750"/>
            <a:ext cx="2038500" cy="49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01" name="Google Shape;801;p26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4" name="Google Shape;1194;p41"/>
          <p:cNvGrpSpPr/>
          <p:nvPr/>
        </p:nvGrpSpPr>
        <p:grpSpPr>
          <a:xfrm>
            <a:off x="8430750" y="1225934"/>
            <a:ext cx="2691676" cy="2691631"/>
            <a:chOff x="5165750" y="-1146341"/>
            <a:chExt cx="2691676" cy="2691631"/>
          </a:xfrm>
        </p:grpSpPr>
        <p:sp>
          <p:nvSpPr>
            <p:cNvPr id="1195" name="Google Shape;1195;p41"/>
            <p:cNvSpPr/>
            <p:nvPr/>
          </p:nvSpPr>
          <p:spPr>
            <a:xfrm>
              <a:off x="5923974" y="-388117"/>
              <a:ext cx="1175229" cy="1175184"/>
            </a:xfrm>
            <a:custGeom>
              <a:avLst/>
              <a:gdLst/>
              <a:ahLst/>
              <a:cxnLst/>
              <a:rect l="l" t="t" r="r" b="b"/>
              <a:pathLst>
                <a:path w="25959" h="25958" fill="none" extrusionOk="0">
                  <a:moveTo>
                    <a:pt x="25958" y="12979"/>
                  </a:moveTo>
                  <a:cubicBezTo>
                    <a:pt x="25958" y="20152"/>
                    <a:pt x="20153" y="25958"/>
                    <a:pt x="12979" y="25958"/>
                  </a:cubicBezTo>
                  <a:cubicBezTo>
                    <a:pt x="5806" y="25958"/>
                    <a:pt x="1" y="20152"/>
                    <a:pt x="1" y="12979"/>
                  </a:cubicBezTo>
                  <a:cubicBezTo>
                    <a:pt x="1" y="5806"/>
                    <a:pt x="5806" y="0"/>
                    <a:pt x="12979" y="0"/>
                  </a:cubicBezTo>
                  <a:cubicBezTo>
                    <a:pt x="20153" y="0"/>
                    <a:pt x="25958" y="5806"/>
                    <a:pt x="25958" y="1297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1"/>
            <p:cNvSpPr/>
            <p:nvPr/>
          </p:nvSpPr>
          <p:spPr>
            <a:xfrm>
              <a:off x="5840039" y="-472098"/>
              <a:ext cx="1343099" cy="1343145"/>
            </a:xfrm>
            <a:custGeom>
              <a:avLst/>
              <a:gdLst/>
              <a:ahLst/>
              <a:cxnLst/>
              <a:rect l="l" t="t" r="r" b="b"/>
              <a:pathLst>
                <a:path w="29667" h="29668" fill="none" extrusionOk="0">
                  <a:moveTo>
                    <a:pt x="29667" y="14834"/>
                  </a:moveTo>
                  <a:cubicBezTo>
                    <a:pt x="29667" y="23041"/>
                    <a:pt x="23040" y="29667"/>
                    <a:pt x="14833" y="29667"/>
                  </a:cubicBezTo>
                  <a:cubicBezTo>
                    <a:pt x="6627" y="29667"/>
                    <a:pt x="0" y="23041"/>
                    <a:pt x="0" y="14834"/>
                  </a:cubicBezTo>
                  <a:cubicBezTo>
                    <a:pt x="0" y="6627"/>
                    <a:pt x="6627" y="1"/>
                    <a:pt x="14833" y="1"/>
                  </a:cubicBezTo>
                  <a:cubicBezTo>
                    <a:pt x="23040" y="1"/>
                    <a:pt x="29667" y="6627"/>
                    <a:pt x="29667" y="148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1"/>
            <p:cNvSpPr/>
            <p:nvPr/>
          </p:nvSpPr>
          <p:spPr>
            <a:xfrm>
              <a:off x="5165750" y="-1146341"/>
              <a:ext cx="2691676" cy="2691631"/>
            </a:xfrm>
            <a:custGeom>
              <a:avLst/>
              <a:gdLst/>
              <a:ahLst/>
              <a:cxnLst/>
              <a:rect l="l" t="t" r="r" b="b"/>
              <a:pathLst>
                <a:path w="59455" h="59454" fill="none" extrusionOk="0">
                  <a:moveTo>
                    <a:pt x="59454" y="29727"/>
                  </a:moveTo>
                  <a:cubicBezTo>
                    <a:pt x="59454" y="46141"/>
                    <a:pt x="46141" y="59454"/>
                    <a:pt x="29727" y="59454"/>
                  </a:cubicBezTo>
                  <a:cubicBezTo>
                    <a:pt x="13314" y="59454"/>
                    <a:pt x="0" y="46141"/>
                    <a:pt x="0" y="29727"/>
                  </a:cubicBezTo>
                  <a:cubicBezTo>
                    <a:pt x="0" y="13313"/>
                    <a:pt x="13314" y="0"/>
                    <a:pt x="29727" y="0"/>
                  </a:cubicBezTo>
                  <a:cubicBezTo>
                    <a:pt x="46141" y="0"/>
                    <a:pt x="59454" y="13313"/>
                    <a:pt x="59454" y="2972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1"/>
            <p:cNvSpPr/>
            <p:nvPr/>
          </p:nvSpPr>
          <p:spPr>
            <a:xfrm>
              <a:off x="5286854" y="-1025282"/>
              <a:ext cx="2449469" cy="2449514"/>
            </a:xfrm>
            <a:custGeom>
              <a:avLst/>
              <a:gdLst/>
              <a:ahLst/>
              <a:cxnLst/>
              <a:rect l="l" t="t" r="r" b="b"/>
              <a:pathLst>
                <a:path w="54105" h="54106" fill="none" extrusionOk="0">
                  <a:moveTo>
                    <a:pt x="54105" y="27053"/>
                  </a:moveTo>
                  <a:cubicBezTo>
                    <a:pt x="54105" y="41977"/>
                    <a:pt x="41977" y="54105"/>
                    <a:pt x="27052" y="54105"/>
                  </a:cubicBezTo>
                  <a:cubicBezTo>
                    <a:pt x="12128" y="54105"/>
                    <a:pt x="0" y="41977"/>
                    <a:pt x="0" y="27053"/>
                  </a:cubicBezTo>
                  <a:cubicBezTo>
                    <a:pt x="0" y="12129"/>
                    <a:pt x="12128" y="1"/>
                    <a:pt x="27052" y="1"/>
                  </a:cubicBezTo>
                  <a:cubicBezTo>
                    <a:pt x="41977" y="1"/>
                    <a:pt x="54105" y="12129"/>
                    <a:pt x="54105" y="2705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1"/>
            <p:cNvSpPr/>
            <p:nvPr/>
          </p:nvSpPr>
          <p:spPr>
            <a:xfrm>
              <a:off x="5406555" y="-905537"/>
              <a:ext cx="2210068" cy="2210022"/>
            </a:xfrm>
            <a:custGeom>
              <a:avLst/>
              <a:gdLst/>
              <a:ahLst/>
              <a:cxnLst/>
              <a:rect l="l" t="t" r="r" b="b"/>
              <a:pathLst>
                <a:path w="48817" h="48816" fill="none" extrusionOk="0">
                  <a:moveTo>
                    <a:pt x="48816" y="24408"/>
                  </a:moveTo>
                  <a:cubicBezTo>
                    <a:pt x="48816" y="37873"/>
                    <a:pt x="37904" y="48816"/>
                    <a:pt x="24408" y="48816"/>
                  </a:cubicBezTo>
                  <a:cubicBezTo>
                    <a:pt x="10943" y="48816"/>
                    <a:pt x="1" y="37873"/>
                    <a:pt x="1" y="24408"/>
                  </a:cubicBezTo>
                  <a:cubicBezTo>
                    <a:pt x="1" y="10943"/>
                    <a:pt x="10943" y="0"/>
                    <a:pt x="24408" y="0"/>
                  </a:cubicBezTo>
                  <a:cubicBezTo>
                    <a:pt x="37904" y="0"/>
                    <a:pt x="48816" y="10943"/>
                    <a:pt x="48816" y="2440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1"/>
            <p:cNvSpPr/>
            <p:nvPr/>
          </p:nvSpPr>
          <p:spPr>
            <a:xfrm>
              <a:off x="5523539" y="-788598"/>
              <a:ext cx="1976099" cy="1976145"/>
            </a:xfrm>
            <a:custGeom>
              <a:avLst/>
              <a:gdLst/>
              <a:ahLst/>
              <a:cxnLst/>
              <a:rect l="l" t="t" r="r" b="b"/>
              <a:pathLst>
                <a:path w="43649" h="43650" fill="none" extrusionOk="0">
                  <a:moveTo>
                    <a:pt x="43649" y="21825"/>
                  </a:moveTo>
                  <a:cubicBezTo>
                    <a:pt x="43649" y="33892"/>
                    <a:pt x="33892" y="43649"/>
                    <a:pt x="21824" y="43649"/>
                  </a:cubicBezTo>
                  <a:cubicBezTo>
                    <a:pt x="9757" y="43649"/>
                    <a:pt x="0" y="33892"/>
                    <a:pt x="0" y="21825"/>
                  </a:cubicBezTo>
                  <a:cubicBezTo>
                    <a:pt x="0" y="9758"/>
                    <a:pt x="9757" y="1"/>
                    <a:pt x="21824" y="1"/>
                  </a:cubicBezTo>
                  <a:cubicBezTo>
                    <a:pt x="33892" y="1"/>
                    <a:pt x="43649" y="9758"/>
                    <a:pt x="43649" y="218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1"/>
            <p:cNvSpPr/>
            <p:nvPr/>
          </p:nvSpPr>
          <p:spPr>
            <a:xfrm>
              <a:off x="5635000" y="-677092"/>
              <a:ext cx="1753178" cy="1753132"/>
            </a:xfrm>
            <a:custGeom>
              <a:avLst/>
              <a:gdLst/>
              <a:ahLst/>
              <a:cxnLst/>
              <a:rect l="l" t="t" r="r" b="b"/>
              <a:pathLst>
                <a:path w="38725" h="38724" fill="none" extrusionOk="0">
                  <a:moveTo>
                    <a:pt x="38725" y="19362"/>
                  </a:moveTo>
                  <a:cubicBezTo>
                    <a:pt x="38725" y="30061"/>
                    <a:pt x="30062" y="38724"/>
                    <a:pt x="19362" y="38724"/>
                  </a:cubicBezTo>
                  <a:cubicBezTo>
                    <a:pt x="8663" y="38724"/>
                    <a:pt x="0" y="30061"/>
                    <a:pt x="0" y="19362"/>
                  </a:cubicBezTo>
                  <a:cubicBezTo>
                    <a:pt x="0" y="8663"/>
                    <a:pt x="8663" y="0"/>
                    <a:pt x="19362" y="0"/>
                  </a:cubicBezTo>
                  <a:cubicBezTo>
                    <a:pt x="30062" y="0"/>
                    <a:pt x="38725" y="8663"/>
                    <a:pt x="38725" y="1936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1"/>
            <p:cNvSpPr/>
            <p:nvPr/>
          </p:nvSpPr>
          <p:spPr>
            <a:xfrm>
              <a:off x="5742341" y="-569796"/>
              <a:ext cx="1538495" cy="1538541"/>
            </a:xfrm>
            <a:custGeom>
              <a:avLst/>
              <a:gdLst/>
              <a:ahLst/>
              <a:cxnLst/>
              <a:rect l="l" t="t" r="r" b="b"/>
              <a:pathLst>
                <a:path w="33983" h="33984" fill="none" extrusionOk="0">
                  <a:moveTo>
                    <a:pt x="33983" y="16992"/>
                  </a:moveTo>
                  <a:cubicBezTo>
                    <a:pt x="33983" y="26384"/>
                    <a:pt x="26384" y="33983"/>
                    <a:pt x="16991" y="33983"/>
                  </a:cubicBezTo>
                  <a:cubicBezTo>
                    <a:pt x="7599" y="33983"/>
                    <a:pt x="0" y="26384"/>
                    <a:pt x="0" y="16992"/>
                  </a:cubicBezTo>
                  <a:cubicBezTo>
                    <a:pt x="0" y="7600"/>
                    <a:pt x="7599" y="1"/>
                    <a:pt x="16991" y="1"/>
                  </a:cubicBezTo>
                  <a:cubicBezTo>
                    <a:pt x="26384" y="1"/>
                    <a:pt x="33983" y="7600"/>
                    <a:pt x="33983" y="169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1"/>
            <p:cNvSpPr/>
            <p:nvPr/>
          </p:nvSpPr>
          <p:spPr>
            <a:xfrm>
              <a:off x="5842801" y="-387936"/>
              <a:ext cx="1337576" cy="1174821"/>
            </a:xfrm>
            <a:custGeom>
              <a:avLst/>
              <a:gdLst/>
              <a:ahLst/>
              <a:cxnLst/>
              <a:rect l="l" t="t" r="r" b="b"/>
              <a:pathLst>
                <a:path w="29545" h="25950" extrusionOk="0">
                  <a:moveTo>
                    <a:pt x="14779" y="2030"/>
                  </a:moveTo>
                  <a:cubicBezTo>
                    <a:pt x="19620" y="2030"/>
                    <a:pt x="24049" y="5279"/>
                    <a:pt x="25350" y="10179"/>
                  </a:cubicBezTo>
                  <a:cubicBezTo>
                    <a:pt x="26900" y="16015"/>
                    <a:pt x="23405" y="22002"/>
                    <a:pt x="17569" y="23553"/>
                  </a:cubicBezTo>
                  <a:cubicBezTo>
                    <a:pt x="16632" y="23801"/>
                    <a:pt x="15691" y="23920"/>
                    <a:pt x="14766" y="23920"/>
                  </a:cubicBezTo>
                  <a:cubicBezTo>
                    <a:pt x="9925" y="23920"/>
                    <a:pt x="5496" y="20671"/>
                    <a:pt x="4195" y="15771"/>
                  </a:cubicBezTo>
                  <a:cubicBezTo>
                    <a:pt x="2645" y="9935"/>
                    <a:pt x="6140" y="3948"/>
                    <a:pt x="11976" y="2397"/>
                  </a:cubicBezTo>
                  <a:cubicBezTo>
                    <a:pt x="12913" y="2149"/>
                    <a:pt x="13854" y="2030"/>
                    <a:pt x="14779" y="2030"/>
                  </a:cubicBezTo>
                  <a:close/>
                  <a:moveTo>
                    <a:pt x="14795" y="0"/>
                  </a:moveTo>
                  <a:cubicBezTo>
                    <a:pt x="10589" y="0"/>
                    <a:pt x="6465" y="2041"/>
                    <a:pt x="3952" y="5802"/>
                  </a:cubicBezTo>
                  <a:cubicBezTo>
                    <a:pt x="0" y="11790"/>
                    <a:pt x="1642" y="19814"/>
                    <a:pt x="7599" y="23796"/>
                  </a:cubicBezTo>
                  <a:cubicBezTo>
                    <a:pt x="9807" y="25253"/>
                    <a:pt x="12297" y="25950"/>
                    <a:pt x="14758" y="25950"/>
                  </a:cubicBezTo>
                  <a:cubicBezTo>
                    <a:pt x="18970" y="25950"/>
                    <a:pt x="23099" y="23909"/>
                    <a:pt x="25593" y="20148"/>
                  </a:cubicBezTo>
                  <a:cubicBezTo>
                    <a:pt x="29545" y="14160"/>
                    <a:pt x="27903" y="6136"/>
                    <a:pt x="21946" y="2154"/>
                  </a:cubicBezTo>
                  <a:cubicBezTo>
                    <a:pt x="19738" y="697"/>
                    <a:pt x="17252" y="0"/>
                    <a:pt x="1479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4" name="Google Shape;1204;p41"/>
          <p:cNvGrpSpPr/>
          <p:nvPr/>
        </p:nvGrpSpPr>
        <p:grpSpPr>
          <a:xfrm>
            <a:off x="713225" y="4828856"/>
            <a:ext cx="2790375" cy="64975"/>
            <a:chOff x="5954300" y="4334988"/>
            <a:chExt cx="2790375" cy="64975"/>
          </a:xfrm>
        </p:grpSpPr>
        <p:sp>
          <p:nvSpPr>
            <p:cNvPr id="1205" name="Google Shape;1205;p41"/>
            <p:cNvSpPr/>
            <p:nvPr/>
          </p:nvSpPr>
          <p:spPr>
            <a:xfrm>
              <a:off x="8544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1"/>
            <p:cNvSpPr/>
            <p:nvPr/>
          </p:nvSpPr>
          <p:spPr>
            <a:xfrm>
              <a:off x="7825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1"/>
            <p:cNvSpPr/>
            <p:nvPr/>
          </p:nvSpPr>
          <p:spPr>
            <a:xfrm>
              <a:off x="6385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1"/>
            <p:cNvSpPr/>
            <p:nvPr/>
          </p:nvSpPr>
          <p:spPr>
            <a:xfrm>
              <a:off x="7105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1"/>
            <p:cNvSpPr/>
            <p:nvPr/>
          </p:nvSpPr>
          <p:spPr>
            <a:xfrm>
              <a:off x="8401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1"/>
            <p:cNvSpPr/>
            <p:nvPr/>
          </p:nvSpPr>
          <p:spPr>
            <a:xfrm>
              <a:off x="7681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1"/>
            <p:cNvSpPr/>
            <p:nvPr/>
          </p:nvSpPr>
          <p:spPr>
            <a:xfrm>
              <a:off x="6242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1"/>
            <p:cNvSpPr/>
            <p:nvPr/>
          </p:nvSpPr>
          <p:spPr>
            <a:xfrm>
              <a:off x="6961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1"/>
            <p:cNvSpPr/>
            <p:nvPr/>
          </p:nvSpPr>
          <p:spPr>
            <a:xfrm>
              <a:off x="8689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1"/>
            <p:cNvSpPr/>
            <p:nvPr/>
          </p:nvSpPr>
          <p:spPr>
            <a:xfrm>
              <a:off x="7969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1"/>
            <p:cNvSpPr/>
            <p:nvPr/>
          </p:nvSpPr>
          <p:spPr>
            <a:xfrm>
              <a:off x="6530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1"/>
            <p:cNvSpPr/>
            <p:nvPr/>
          </p:nvSpPr>
          <p:spPr>
            <a:xfrm>
              <a:off x="7249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1"/>
            <p:cNvSpPr/>
            <p:nvPr/>
          </p:nvSpPr>
          <p:spPr>
            <a:xfrm>
              <a:off x="8256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1"/>
            <p:cNvSpPr/>
            <p:nvPr/>
          </p:nvSpPr>
          <p:spPr>
            <a:xfrm>
              <a:off x="7537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1"/>
            <p:cNvSpPr/>
            <p:nvPr/>
          </p:nvSpPr>
          <p:spPr>
            <a:xfrm>
              <a:off x="6097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1"/>
            <p:cNvSpPr/>
            <p:nvPr/>
          </p:nvSpPr>
          <p:spPr>
            <a:xfrm>
              <a:off x="6817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1"/>
            <p:cNvSpPr/>
            <p:nvPr/>
          </p:nvSpPr>
          <p:spPr>
            <a:xfrm>
              <a:off x="8113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1"/>
            <p:cNvSpPr/>
            <p:nvPr/>
          </p:nvSpPr>
          <p:spPr>
            <a:xfrm>
              <a:off x="7393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1"/>
            <p:cNvSpPr/>
            <p:nvPr/>
          </p:nvSpPr>
          <p:spPr>
            <a:xfrm>
              <a:off x="5954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1"/>
            <p:cNvSpPr/>
            <p:nvPr/>
          </p:nvSpPr>
          <p:spPr>
            <a:xfrm>
              <a:off x="6673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5" name="Google Shape;1225;p41"/>
          <p:cNvGrpSpPr/>
          <p:nvPr/>
        </p:nvGrpSpPr>
        <p:grpSpPr>
          <a:xfrm>
            <a:off x="-319052" y="-320208"/>
            <a:ext cx="1604419" cy="1604360"/>
            <a:chOff x="-74975" y="157600"/>
            <a:chExt cx="1604419" cy="1604360"/>
          </a:xfrm>
        </p:grpSpPr>
        <p:sp>
          <p:nvSpPr>
            <p:cNvPr id="1226" name="Google Shape;1226;p41"/>
            <p:cNvSpPr/>
            <p:nvPr/>
          </p:nvSpPr>
          <p:spPr>
            <a:xfrm>
              <a:off x="399627" y="632159"/>
              <a:ext cx="1129817" cy="1129801"/>
            </a:xfrm>
            <a:custGeom>
              <a:avLst/>
              <a:gdLst/>
              <a:ahLst/>
              <a:cxnLst/>
              <a:rect l="l" t="t" r="r" b="b"/>
              <a:pathLst>
                <a:path w="70306" h="70305" extrusionOk="0">
                  <a:moveTo>
                    <a:pt x="0" y="0"/>
                  </a:moveTo>
                  <a:lnTo>
                    <a:pt x="0" y="70305"/>
                  </a:lnTo>
                  <a:lnTo>
                    <a:pt x="7030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1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solidFill>
              <a:srgbClr val="368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1"/>
            <p:cNvSpPr/>
            <p:nvPr/>
          </p:nvSpPr>
          <p:spPr>
            <a:xfrm>
              <a:off x="213025" y="44557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1"/>
            <p:cNvSpPr/>
            <p:nvPr/>
          </p:nvSpPr>
          <p:spPr>
            <a:xfrm>
              <a:off x="155275" y="38782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1"/>
            <p:cNvSpPr/>
            <p:nvPr/>
          </p:nvSpPr>
          <p:spPr>
            <a:xfrm>
              <a:off x="98300" y="330850"/>
              <a:ext cx="757625" cy="757625"/>
            </a:xfrm>
            <a:custGeom>
              <a:avLst/>
              <a:gdLst/>
              <a:ahLst/>
              <a:cxnLst/>
              <a:rect l="l" t="t" r="r" b="b"/>
              <a:pathLst>
                <a:path w="30305" h="30305" fill="none" extrusionOk="0">
                  <a:moveTo>
                    <a:pt x="0" y="30305"/>
                  </a:moveTo>
                  <a:lnTo>
                    <a:pt x="3030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1"/>
            <p:cNvSpPr/>
            <p:nvPr/>
          </p:nvSpPr>
          <p:spPr>
            <a:xfrm>
              <a:off x="40550" y="2731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1"/>
            <p:cNvSpPr/>
            <p:nvPr/>
          </p:nvSpPr>
          <p:spPr>
            <a:xfrm>
              <a:off x="-17200" y="215350"/>
              <a:ext cx="758375" cy="758375"/>
            </a:xfrm>
            <a:custGeom>
              <a:avLst/>
              <a:gdLst/>
              <a:ahLst/>
              <a:cxnLst/>
              <a:rect l="l" t="t" r="r" b="b"/>
              <a:pathLst>
                <a:path w="30335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1"/>
            <p:cNvSpPr/>
            <p:nvPr/>
          </p:nvSpPr>
          <p:spPr>
            <a:xfrm>
              <a:off x="-74975" y="1576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1" y="30335"/>
                  </a:moveTo>
                  <a:lnTo>
                    <a:pt x="30336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1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fill="none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6" name="Google Shape;1236;p42"/>
          <p:cNvGrpSpPr/>
          <p:nvPr/>
        </p:nvGrpSpPr>
        <p:grpSpPr>
          <a:xfrm>
            <a:off x="7271250" y="3754850"/>
            <a:ext cx="3382300" cy="1993950"/>
            <a:chOff x="1317925" y="2802775"/>
            <a:chExt cx="3382300" cy="1993950"/>
          </a:xfrm>
        </p:grpSpPr>
        <p:sp>
          <p:nvSpPr>
            <p:cNvPr id="1237" name="Google Shape;1237;p42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2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2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2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2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2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2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2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2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2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2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2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9" name="Google Shape;1249;p42"/>
          <p:cNvGrpSpPr/>
          <p:nvPr/>
        </p:nvGrpSpPr>
        <p:grpSpPr>
          <a:xfrm flipH="1">
            <a:off x="2244842" y="345725"/>
            <a:ext cx="4489475" cy="193775"/>
            <a:chOff x="1784500" y="1867350"/>
            <a:chExt cx="4489475" cy="193775"/>
          </a:xfrm>
        </p:grpSpPr>
        <p:sp>
          <p:nvSpPr>
            <p:cNvPr id="1250" name="Google Shape;1250;p42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2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2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3" name="Google Shape;1253;p42"/>
          <p:cNvSpPr/>
          <p:nvPr/>
        </p:nvSpPr>
        <p:spPr>
          <a:xfrm>
            <a:off x="4" y="4649350"/>
            <a:ext cx="3447249" cy="494158"/>
          </a:xfrm>
          <a:custGeom>
            <a:avLst/>
            <a:gdLst/>
            <a:ahLst/>
            <a:cxnLst/>
            <a:rect l="l" t="t" r="r" b="b"/>
            <a:pathLst>
              <a:path w="108149" h="15503" extrusionOk="0">
                <a:moveTo>
                  <a:pt x="0" y="0"/>
                </a:moveTo>
                <a:lnTo>
                  <a:pt x="0" y="15502"/>
                </a:lnTo>
                <a:lnTo>
                  <a:pt x="108148" y="15502"/>
                </a:lnTo>
                <a:cubicBezTo>
                  <a:pt x="108148" y="6931"/>
                  <a:pt x="101218" y="0"/>
                  <a:pt x="926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308450"/>
            <a:ext cx="7717500" cy="3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8" r:id="rId3"/>
    <p:sldLayoutId id="2147483672" r:id="rId4"/>
    <p:sldLayoutId id="2147483687" r:id="rId5"/>
    <p:sldLayoutId id="2147483688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F0000"/>
          </p15:clr>
        </p15:guide>
        <p15:guide id="2" pos="2880">
          <p15:clr>
            <a:srgbClr val="FF0000"/>
          </p15:clr>
        </p15:guide>
        <p15:guide id="3" pos="449">
          <p15:clr>
            <a:srgbClr val="FF0000"/>
          </p15:clr>
        </p15:guide>
        <p15:guide id="4" pos="5311">
          <p15:clr>
            <a:srgbClr val="FF0000"/>
          </p15:clr>
        </p15:guide>
        <p15:guide id="5" orient="horz" pos="340">
          <p15:clr>
            <a:srgbClr val="FF0000"/>
          </p15:clr>
        </p15:guide>
        <p15:guide id="6" orient="horz" pos="2897">
          <p15:clr>
            <a:srgbClr val="FF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1.wmf"/><Relationship Id="rId18" Type="http://schemas.openxmlformats.org/officeDocument/2006/relationships/image" Target="../media/image15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8.wmf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3.png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5" Type="http://schemas.openxmlformats.org/officeDocument/2006/relationships/image" Target="../media/image12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1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26.wmf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1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31.wmf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.wmf"/><Relationship Id="rId18" Type="http://schemas.openxmlformats.org/officeDocument/2006/relationships/oleObject" Target="../embeddings/oleObject29.bin"/><Relationship Id="rId26" Type="http://schemas.openxmlformats.org/officeDocument/2006/relationships/oleObject" Target="../embeddings/oleObject33.bin"/><Relationship Id="rId3" Type="http://schemas.openxmlformats.org/officeDocument/2006/relationships/notesSlide" Target="../notesSlides/notesSlide11.xml"/><Relationship Id="rId21" Type="http://schemas.openxmlformats.org/officeDocument/2006/relationships/image" Target="../media/image41.wmf"/><Relationship Id="rId34" Type="http://schemas.openxmlformats.org/officeDocument/2006/relationships/oleObject" Target="../embeddings/oleObject37.bin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39.wmf"/><Relationship Id="rId25" Type="http://schemas.openxmlformats.org/officeDocument/2006/relationships/image" Target="../media/image43.wmf"/><Relationship Id="rId33" Type="http://schemas.openxmlformats.org/officeDocument/2006/relationships/image" Target="../media/image47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29" Type="http://schemas.openxmlformats.org/officeDocument/2006/relationships/image" Target="../media/image45.w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36.wmf"/><Relationship Id="rId24" Type="http://schemas.openxmlformats.org/officeDocument/2006/relationships/oleObject" Target="../embeddings/oleObject32.bin"/><Relationship Id="rId32" Type="http://schemas.openxmlformats.org/officeDocument/2006/relationships/oleObject" Target="../embeddings/oleObject36.bin"/><Relationship Id="rId5" Type="http://schemas.openxmlformats.org/officeDocument/2006/relationships/image" Target="../media/image33.wmf"/><Relationship Id="rId15" Type="http://schemas.openxmlformats.org/officeDocument/2006/relationships/image" Target="../media/image38.wmf"/><Relationship Id="rId23" Type="http://schemas.openxmlformats.org/officeDocument/2006/relationships/image" Target="../media/image42.wmf"/><Relationship Id="rId28" Type="http://schemas.openxmlformats.org/officeDocument/2006/relationships/oleObject" Target="../embeddings/oleObject34.bin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40.wmf"/><Relationship Id="rId31" Type="http://schemas.openxmlformats.org/officeDocument/2006/relationships/image" Target="../media/image46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27.bin"/><Relationship Id="rId22" Type="http://schemas.openxmlformats.org/officeDocument/2006/relationships/oleObject" Target="../embeddings/oleObject31.bin"/><Relationship Id="rId27" Type="http://schemas.openxmlformats.org/officeDocument/2006/relationships/image" Target="../media/image44.wmf"/><Relationship Id="rId30" Type="http://schemas.openxmlformats.org/officeDocument/2006/relationships/oleObject" Target="../embeddings/oleObject35.bin"/><Relationship Id="rId35" Type="http://schemas.openxmlformats.org/officeDocument/2006/relationships/image" Target="../media/image48.wmf"/><Relationship Id="rId8" Type="http://schemas.openxmlformats.org/officeDocument/2006/relationships/oleObject" Target="../embeddings/oleObject24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52.w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51.wmf"/><Relationship Id="rId5" Type="http://schemas.openxmlformats.org/officeDocument/2006/relationships/image" Target="../media/image49.wmf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5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46"/>
          <p:cNvSpPr txBox="1">
            <a:spLocks noGrp="1"/>
          </p:cNvSpPr>
          <p:nvPr>
            <p:ph type="ctrTitle"/>
          </p:nvPr>
        </p:nvSpPr>
        <p:spPr>
          <a:xfrm>
            <a:off x="1986225" y="1128330"/>
            <a:ext cx="5174100" cy="21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 err="1"/>
              <a:t>Persamaan</a:t>
            </a:r>
            <a:r>
              <a:rPr lang="en" sz="3400" dirty="0"/>
              <a:t> </a:t>
            </a:r>
            <a:r>
              <a:rPr lang="en" sz="3400" dirty="0" err="1"/>
              <a:t>Lanjar</a:t>
            </a:r>
            <a:r>
              <a:rPr lang="en" sz="3400" dirty="0"/>
              <a:t> </a:t>
            </a:r>
            <a:r>
              <a:rPr lang="en" sz="3400" dirty="0" err="1"/>
              <a:t>menggunakan</a:t>
            </a:r>
            <a:r>
              <a:rPr lang="en" sz="3400" dirty="0"/>
              <a:t> </a:t>
            </a:r>
            <a:r>
              <a:rPr lang="en" sz="3400" dirty="0" err="1"/>
              <a:t>Metode</a:t>
            </a:r>
            <a:r>
              <a:rPr lang="en" sz="3400" dirty="0"/>
              <a:t> Gauss dan Gauss Jordan</a:t>
            </a:r>
            <a:endParaRPr sz="3400" dirty="0">
              <a:solidFill>
                <a:schemeClr val="lt1"/>
              </a:solidFill>
            </a:endParaRPr>
          </a:p>
        </p:txBody>
      </p:sp>
      <p:sp>
        <p:nvSpPr>
          <p:cNvPr id="1265" name="Google Shape;1265;p46"/>
          <p:cNvSpPr txBox="1">
            <a:spLocks noGrp="1"/>
          </p:cNvSpPr>
          <p:nvPr>
            <p:ph type="subTitle" idx="1"/>
          </p:nvPr>
        </p:nvSpPr>
        <p:spPr>
          <a:xfrm>
            <a:off x="1687055" y="3306057"/>
            <a:ext cx="5769890" cy="8706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Dosen</a:t>
            </a:r>
            <a:r>
              <a:rPr lang="en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Pengampu</a:t>
            </a:r>
            <a:r>
              <a:rPr lang="en" dirty="0"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lang="en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Adevian</a:t>
            </a:r>
            <a:r>
              <a:rPr lang="en" dirty="0">
                <a:latin typeface="Cambria Math" panose="02040503050406030204" pitchFamily="18" charset="0"/>
                <a:ea typeface="Cambria Math" panose="02040503050406030204" pitchFamily="18" charset="0"/>
              </a:rPr>
              <a:t> Fairuz </a:t>
            </a:r>
            <a:r>
              <a:rPr lang="en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Pratama</a:t>
            </a:r>
            <a:r>
              <a:rPr lang="en" dirty="0">
                <a:latin typeface="Cambria Math" panose="02040503050406030204" pitchFamily="18" charset="0"/>
                <a:ea typeface="Cambria Math" panose="02040503050406030204" pitchFamily="18" charset="0"/>
              </a:rPr>
              <a:t>, S.S.T., </a:t>
            </a:r>
            <a:r>
              <a:rPr lang="en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M.Eng</a:t>
            </a:r>
            <a:endParaRPr lang="e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mbria Math" panose="02040503050406030204" pitchFamily="18" charset="0"/>
                <a:ea typeface="Cambria Math" panose="02040503050406030204" pitchFamily="18" charset="0"/>
              </a:rPr>
              <a:t>Program </a:t>
            </a:r>
            <a:r>
              <a:rPr lang="en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Studi</a:t>
            </a:r>
            <a:r>
              <a:rPr lang="en" dirty="0">
                <a:latin typeface="Cambria Math" panose="02040503050406030204" pitchFamily="18" charset="0"/>
                <a:ea typeface="Cambria Math" panose="02040503050406030204" pitchFamily="18" charset="0"/>
              </a:rPr>
              <a:t>: Teknik </a:t>
            </a:r>
            <a:r>
              <a:rPr lang="en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Informatika</a:t>
            </a:r>
            <a:r>
              <a:rPr lang="en" dirty="0">
                <a:latin typeface="Cambria Math" panose="02040503050406030204" pitchFamily="18" charset="0"/>
                <a:ea typeface="Cambria Math" panose="02040503050406030204" pitchFamily="18" charset="0"/>
              </a:rPr>
              <a:t> 2025/2026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1272" name="Google Shape;1272;p46"/>
          <p:cNvGrpSpPr/>
          <p:nvPr/>
        </p:nvGrpSpPr>
        <p:grpSpPr>
          <a:xfrm>
            <a:off x="7626957" y="-966877"/>
            <a:ext cx="2471175" cy="2747975"/>
            <a:chOff x="7398357" y="-662077"/>
            <a:chExt cx="2471175" cy="2747975"/>
          </a:xfrm>
        </p:grpSpPr>
        <p:sp>
          <p:nvSpPr>
            <p:cNvPr id="1273" name="Google Shape;1273;p46"/>
            <p:cNvSpPr/>
            <p:nvPr/>
          </p:nvSpPr>
          <p:spPr>
            <a:xfrm rot="-5400000">
              <a:off x="7370982" y="-634702"/>
              <a:ext cx="2525925" cy="2471175"/>
            </a:xfrm>
            <a:custGeom>
              <a:avLst/>
              <a:gdLst/>
              <a:ahLst/>
              <a:cxnLst/>
              <a:rect l="l" t="t" r="r" b="b"/>
              <a:pathLst>
                <a:path w="101037" h="98847" extrusionOk="0">
                  <a:moveTo>
                    <a:pt x="12296" y="1"/>
                  </a:moveTo>
                  <a:cubicBezTo>
                    <a:pt x="9431" y="1"/>
                    <a:pt x="6566" y="1095"/>
                    <a:pt x="4378" y="3283"/>
                  </a:cubicBezTo>
                  <a:cubicBezTo>
                    <a:pt x="1" y="7660"/>
                    <a:pt x="1" y="14773"/>
                    <a:pt x="4378" y="19150"/>
                  </a:cubicBezTo>
                  <a:lnTo>
                    <a:pt x="80823" y="95564"/>
                  </a:lnTo>
                  <a:cubicBezTo>
                    <a:pt x="83011" y="97753"/>
                    <a:pt x="85876" y="98847"/>
                    <a:pt x="88741" y="98847"/>
                  </a:cubicBezTo>
                  <a:cubicBezTo>
                    <a:pt x="91606" y="98847"/>
                    <a:pt x="94471" y="97753"/>
                    <a:pt x="96659" y="95564"/>
                  </a:cubicBezTo>
                  <a:cubicBezTo>
                    <a:pt x="101036" y="91187"/>
                    <a:pt x="101036" y="84105"/>
                    <a:pt x="96659" y="79728"/>
                  </a:cubicBezTo>
                  <a:lnTo>
                    <a:pt x="20214" y="3283"/>
                  </a:lnTo>
                  <a:cubicBezTo>
                    <a:pt x="18025" y="1095"/>
                    <a:pt x="15161" y="1"/>
                    <a:pt x="1229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6"/>
            <p:cNvSpPr/>
            <p:nvPr/>
          </p:nvSpPr>
          <p:spPr>
            <a:xfrm rot="-5400000">
              <a:off x="7569882" y="-202877"/>
              <a:ext cx="1193050" cy="1192300"/>
            </a:xfrm>
            <a:custGeom>
              <a:avLst/>
              <a:gdLst/>
              <a:ahLst/>
              <a:cxnLst/>
              <a:rect l="l" t="t" r="r" b="b"/>
              <a:pathLst>
                <a:path w="47722" h="47692" fill="none" extrusionOk="0">
                  <a:moveTo>
                    <a:pt x="44591" y="44591"/>
                  </a:moveTo>
                  <a:lnTo>
                    <a:pt x="44591" y="44591"/>
                  </a:lnTo>
                  <a:cubicBezTo>
                    <a:pt x="47722" y="41491"/>
                    <a:pt x="47722" y="36445"/>
                    <a:pt x="44591" y="33345"/>
                  </a:cubicBezTo>
                  <a:lnTo>
                    <a:pt x="14348" y="3101"/>
                  </a:lnTo>
                  <a:cubicBezTo>
                    <a:pt x="11247" y="1"/>
                    <a:pt x="6201" y="1"/>
                    <a:pt x="3101" y="3101"/>
                  </a:cubicBezTo>
                  <a:lnTo>
                    <a:pt x="3101" y="3101"/>
                  </a:lnTo>
                  <a:cubicBezTo>
                    <a:pt x="1" y="6201"/>
                    <a:pt x="1" y="11217"/>
                    <a:pt x="3101" y="14347"/>
                  </a:cubicBezTo>
                  <a:lnTo>
                    <a:pt x="33375" y="44591"/>
                  </a:lnTo>
                  <a:cubicBezTo>
                    <a:pt x="36476" y="47691"/>
                    <a:pt x="41491" y="47691"/>
                    <a:pt x="44591" y="4459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6"/>
            <p:cNvSpPr/>
            <p:nvPr/>
          </p:nvSpPr>
          <p:spPr>
            <a:xfrm rot="-5400000">
              <a:off x="7937707" y="408023"/>
              <a:ext cx="1677875" cy="1677875"/>
            </a:xfrm>
            <a:custGeom>
              <a:avLst/>
              <a:gdLst/>
              <a:ahLst/>
              <a:cxnLst/>
              <a:rect l="l" t="t" r="r" b="b"/>
              <a:pathLst>
                <a:path w="67115" h="67115" fill="none" extrusionOk="0">
                  <a:moveTo>
                    <a:pt x="64318" y="64287"/>
                  </a:moveTo>
                  <a:lnTo>
                    <a:pt x="64318" y="64287"/>
                  </a:lnTo>
                  <a:cubicBezTo>
                    <a:pt x="67114" y="61491"/>
                    <a:pt x="67114" y="56962"/>
                    <a:pt x="64318" y="54166"/>
                  </a:cubicBezTo>
                  <a:lnTo>
                    <a:pt x="12949" y="2797"/>
                  </a:lnTo>
                  <a:cubicBezTo>
                    <a:pt x="10153" y="1"/>
                    <a:pt x="5624" y="1"/>
                    <a:pt x="2797" y="2797"/>
                  </a:cubicBezTo>
                  <a:lnTo>
                    <a:pt x="2797" y="2797"/>
                  </a:lnTo>
                  <a:cubicBezTo>
                    <a:pt x="1" y="5593"/>
                    <a:pt x="1" y="10122"/>
                    <a:pt x="2797" y="12919"/>
                  </a:cubicBezTo>
                  <a:lnTo>
                    <a:pt x="54166" y="64287"/>
                  </a:lnTo>
                  <a:cubicBezTo>
                    <a:pt x="56993" y="67114"/>
                    <a:pt x="61522" y="67114"/>
                    <a:pt x="64318" y="64287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6"/>
            <p:cNvSpPr/>
            <p:nvPr/>
          </p:nvSpPr>
          <p:spPr>
            <a:xfrm rot="-5400000">
              <a:off x="8047894" y="289485"/>
              <a:ext cx="1309325" cy="1274350"/>
            </a:xfrm>
            <a:custGeom>
              <a:avLst/>
              <a:gdLst/>
              <a:ahLst/>
              <a:cxnLst/>
              <a:rect l="l" t="t" r="r" b="b"/>
              <a:pathLst>
                <a:path w="52373" h="50974" extrusionOk="0">
                  <a:moveTo>
                    <a:pt x="7884" y="0"/>
                  </a:moveTo>
                  <a:cubicBezTo>
                    <a:pt x="6049" y="0"/>
                    <a:pt x="4210" y="699"/>
                    <a:pt x="2797" y="2097"/>
                  </a:cubicBezTo>
                  <a:cubicBezTo>
                    <a:pt x="0" y="4894"/>
                    <a:pt x="0" y="9453"/>
                    <a:pt x="2797" y="12250"/>
                  </a:cubicBezTo>
                  <a:lnTo>
                    <a:pt x="39424" y="48876"/>
                  </a:lnTo>
                  <a:cubicBezTo>
                    <a:pt x="40822" y="50274"/>
                    <a:pt x="42661" y="50973"/>
                    <a:pt x="44500" y="50973"/>
                  </a:cubicBezTo>
                  <a:cubicBezTo>
                    <a:pt x="46339" y="50973"/>
                    <a:pt x="48178" y="50274"/>
                    <a:pt x="49576" y="48876"/>
                  </a:cubicBezTo>
                  <a:cubicBezTo>
                    <a:pt x="52372" y="46049"/>
                    <a:pt x="52372" y="41520"/>
                    <a:pt x="49576" y="38724"/>
                  </a:cubicBezTo>
                  <a:lnTo>
                    <a:pt x="12949" y="2097"/>
                  </a:lnTo>
                  <a:cubicBezTo>
                    <a:pt x="11551" y="699"/>
                    <a:pt x="9719" y="0"/>
                    <a:pt x="78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6"/>
            <p:cNvSpPr/>
            <p:nvPr/>
          </p:nvSpPr>
          <p:spPr>
            <a:xfrm rot="-5400000">
              <a:off x="7513119" y="-490540"/>
              <a:ext cx="1827575" cy="1809500"/>
            </a:xfrm>
            <a:custGeom>
              <a:avLst/>
              <a:gdLst/>
              <a:ahLst/>
              <a:cxnLst/>
              <a:rect l="l" t="t" r="r" b="b"/>
              <a:pathLst>
                <a:path w="73103" h="72380" extrusionOk="0">
                  <a:moveTo>
                    <a:pt x="4089" y="0"/>
                  </a:moveTo>
                  <a:cubicBezTo>
                    <a:pt x="3139" y="0"/>
                    <a:pt x="2189" y="358"/>
                    <a:pt x="1460" y="1072"/>
                  </a:cubicBezTo>
                  <a:cubicBezTo>
                    <a:pt x="1" y="2531"/>
                    <a:pt x="1" y="4871"/>
                    <a:pt x="1460" y="6330"/>
                  </a:cubicBezTo>
                  <a:lnTo>
                    <a:pt x="66415" y="71286"/>
                  </a:lnTo>
                  <a:cubicBezTo>
                    <a:pt x="67130" y="72015"/>
                    <a:pt x="68080" y="72380"/>
                    <a:pt x="69033" y="72380"/>
                  </a:cubicBezTo>
                  <a:cubicBezTo>
                    <a:pt x="69987" y="72380"/>
                    <a:pt x="70944" y="72015"/>
                    <a:pt x="71674" y="71286"/>
                  </a:cubicBezTo>
                  <a:cubicBezTo>
                    <a:pt x="73103" y="69827"/>
                    <a:pt x="73103" y="67486"/>
                    <a:pt x="71674" y="66027"/>
                  </a:cubicBezTo>
                  <a:lnTo>
                    <a:pt x="6718" y="1072"/>
                  </a:lnTo>
                  <a:cubicBezTo>
                    <a:pt x="5989" y="358"/>
                    <a:pt x="5039" y="0"/>
                    <a:pt x="4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8" name="Google Shape;1278;p46"/>
          <p:cNvGrpSpPr/>
          <p:nvPr/>
        </p:nvGrpSpPr>
        <p:grpSpPr>
          <a:xfrm>
            <a:off x="-1466486" y="2736279"/>
            <a:ext cx="2791286" cy="2599651"/>
            <a:chOff x="-1466486" y="2736279"/>
            <a:chExt cx="2791286" cy="2599651"/>
          </a:xfrm>
        </p:grpSpPr>
        <p:sp>
          <p:nvSpPr>
            <p:cNvPr id="1279" name="Google Shape;1279;p46"/>
            <p:cNvSpPr/>
            <p:nvPr/>
          </p:nvSpPr>
          <p:spPr>
            <a:xfrm>
              <a:off x="-1466486" y="2736279"/>
              <a:ext cx="2599651" cy="2599651"/>
            </a:xfrm>
            <a:custGeom>
              <a:avLst/>
              <a:gdLst/>
              <a:ahLst/>
              <a:cxnLst/>
              <a:rect l="l" t="t" r="r" b="b"/>
              <a:pathLst>
                <a:path w="62282" h="62282" extrusionOk="0">
                  <a:moveTo>
                    <a:pt x="31126" y="5259"/>
                  </a:moveTo>
                  <a:cubicBezTo>
                    <a:pt x="45412" y="5259"/>
                    <a:pt x="57023" y="16840"/>
                    <a:pt x="57023" y="31126"/>
                  </a:cubicBezTo>
                  <a:cubicBezTo>
                    <a:pt x="57023" y="45442"/>
                    <a:pt x="45412" y="57023"/>
                    <a:pt x="31126" y="57023"/>
                  </a:cubicBezTo>
                  <a:cubicBezTo>
                    <a:pt x="16840" y="57023"/>
                    <a:pt x="5259" y="45442"/>
                    <a:pt x="5259" y="31126"/>
                  </a:cubicBezTo>
                  <a:cubicBezTo>
                    <a:pt x="5259" y="16840"/>
                    <a:pt x="16840" y="5259"/>
                    <a:pt x="31126" y="5259"/>
                  </a:cubicBezTo>
                  <a:close/>
                  <a:moveTo>
                    <a:pt x="31126" y="1"/>
                  </a:moveTo>
                  <a:cubicBezTo>
                    <a:pt x="13922" y="1"/>
                    <a:pt x="1" y="13952"/>
                    <a:pt x="1" y="31126"/>
                  </a:cubicBezTo>
                  <a:cubicBezTo>
                    <a:pt x="1" y="48330"/>
                    <a:pt x="13922" y="62281"/>
                    <a:pt x="31126" y="62281"/>
                  </a:cubicBezTo>
                  <a:cubicBezTo>
                    <a:pt x="48330" y="62281"/>
                    <a:pt x="62281" y="48330"/>
                    <a:pt x="62281" y="31126"/>
                  </a:cubicBezTo>
                  <a:cubicBezTo>
                    <a:pt x="62281" y="13952"/>
                    <a:pt x="48330" y="1"/>
                    <a:pt x="31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80" name="Google Shape;1280;p46"/>
            <p:cNvGrpSpPr/>
            <p:nvPr/>
          </p:nvGrpSpPr>
          <p:grpSpPr>
            <a:xfrm>
              <a:off x="713226" y="3730956"/>
              <a:ext cx="611574" cy="610281"/>
              <a:chOff x="4496550" y="2819475"/>
              <a:chExt cx="366300" cy="365525"/>
            </a:xfrm>
          </p:grpSpPr>
          <p:sp>
            <p:nvSpPr>
              <p:cNvPr id="1281" name="Google Shape;1281;p46"/>
              <p:cNvSpPr/>
              <p:nvPr/>
            </p:nvSpPr>
            <p:spPr>
              <a:xfrm>
                <a:off x="4596100" y="2919025"/>
                <a:ext cx="167200" cy="166450"/>
              </a:xfrm>
              <a:custGeom>
                <a:avLst/>
                <a:gdLst/>
                <a:ahLst/>
                <a:cxnLst/>
                <a:rect l="l" t="t" r="r" b="b"/>
                <a:pathLst>
                  <a:path w="6688" h="6658" extrusionOk="0">
                    <a:moveTo>
                      <a:pt x="3344" y="1"/>
                    </a:moveTo>
                    <a:cubicBezTo>
                      <a:pt x="1520" y="1"/>
                      <a:pt x="0" y="1490"/>
                      <a:pt x="0" y="3314"/>
                    </a:cubicBezTo>
                    <a:cubicBezTo>
                      <a:pt x="0" y="5168"/>
                      <a:pt x="1520" y="6657"/>
                      <a:pt x="3344" y="6657"/>
                    </a:cubicBezTo>
                    <a:cubicBezTo>
                      <a:pt x="5198" y="6657"/>
                      <a:pt x="6687" y="5168"/>
                      <a:pt x="6687" y="3314"/>
                    </a:cubicBezTo>
                    <a:cubicBezTo>
                      <a:pt x="6687" y="1490"/>
                      <a:pt x="5198" y="1"/>
                      <a:pt x="3344" y="1"/>
                    </a:cubicBezTo>
                    <a:close/>
                  </a:path>
                </a:pathLst>
              </a:custGeom>
              <a:solidFill>
                <a:srgbClr val="2332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46"/>
              <p:cNvSpPr/>
              <p:nvPr/>
            </p:nvSpPr>
            <p:spPr>
              <a:xfrm>
                <a:off x="4496550" y="2819475"/>
                <a:ext cx="366300" cy="365525"/>
              </a:xfrm>
              <a:custGeom>
                <a:avLst/>
                <a:gdLst/>
                <a:ahLst/>
                <a:cxnLst/>
                <a:rect l="l" t="t" r="r" b="b"/>
                <a:pathLst>
                  <a:path w="14652" h="14621" fill="none" extrusionOk="0">
                    <a:moveTo>
                      <a:pt x="14651" y="7296"/>
                    </a:moveTo>
                    <a:cubicBezTo>
                      <a:pt x="14651" y="11338"/>
                      <a:pt x="11369" y="14621"/>
                      <a:pt x="7326" y="14621"/>
                    </a:cubicBezTo>
                    <a:cubicBezTo>
                      <a:pt x="3283" y="14621"/>
                      <a:pt x="1" y="11338"/>
                      <a:pt x="1" y="7296"/>
                    </a:cubicBezTo>
                    <a:cubicBezTo>
                      <a:pt x="1" y="3283"/>
                      <a:pt x="3283" y="1"/>
                      <a:pt x="7326" y="1"/>
                    </a:cubicBezTo>
                    <a:cubicBezTo>
                      <a:pt x="11369" y="1"/>
                      <a:pt x="14651" y="3283"/>
                      <a:pt x="14651" y="7296"/>
                    </a:cubicBezTo>
                    <a:close/>
                  </a:path>
                </a:pathLst>
              </a:custGeom>
              <a:noFill/>
              <a:ln w="9875" cap="flat" cmpd="sng">
                <a:solidFill>
                  <a:srgbClr val="23325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Freeform 28">
            <a:extLst>
              <a:ext uri="{FF2B5EF4-FFF2-40B4-BE49-F238E27FC236}">
                <a16:creationId xmlns:a16="http://schemas.microsoft.com/office/drawing/2014/main" id="{E180CCE9-B2C9-8722-F48A-C56221C4401E}"/>
              </a:ext>
            </a:extLst>
          </p:cNvPr>
          <p:cNvSpPr/>
          <p:nvPr/>
        </p:nvSpPr>
        <p:spPr>
          <a:xfrm>
            <a:off x="565386" y="144432"/>
            <a:ext cx="825038" cy="870698"/>
          </a:xfrm>
          <a:custGeom>
            <a:avLst/>
            <a:gdLst/>
            <a:ahLst/>
            <a:cxnLst/>
            <a:rect l="l" t="t" r="r" b="b"/>
            <a:pathLst>
              <a:path w="1186060" h="1207910">
                <a:moveTo>
                  <a:pt x="0" y="0"/>
                </a:moveTo>
                <a:lnTo>
                  <a:pt x="1186060" y="0"/>
                </a:lnTo>
                <a:lnTo>
                  <a:pt x="1186060" y="1207910"/>
                </a:lnTo>
                <a:lnTo>
                  <a:pt x="0" y="12079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472" r="-17317"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296257-3F65-D270-FA5D-086EE7456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044" y="219135"/>
            <a:ext cx="652242" cy="6881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51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Persamaan</a:t>
            </a:r>
            <a:r>
              <a:rPr lang="en" dirty="0"/>
              <a:t> </a:t>
            </a:r>
            <a:r>
              <a:rPr lang="en" dirty="0" err="1"/>
              <a:t>Lanjar</a:t>
            </a:r>
            <a:endParaRPr dirty="0"/>
          </a:p>
        </p:txBody>
      </p:sp>
      <p:sp>
        <p:nvSpPr>
          <p:cNvPr id="1352" name="Google Shape;1352;p51"/>
          <p:cNvSpPr txBox="1">
            <a:spLocks noGrp="1"/>
          </p:cNvSpPr>
          <p:nvPr>
            <p:ph type="subTitle" idx="1"/>
          </p:nvPr>
        </p:nvSpPr>
        <p:spPr>
          <a:xfrm>
            <a:off x="635279" y="1342975"/>
            <a:ext cx="8235191" cy="8549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Persamaan</a:t>
            </a:r>
            <a:r>
              <a:rPr lang="en-ID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lanjar</a:t>
            </a:r>
            <a:r>
              <a:rPr lang="en-ID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merupakan</a:t>
            </a:r>
            <a:r>
              <a:rPr lang="en-ID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suatu</a:t>
            </a:r>
            <a:r>
              <a:rPr lang="en-ID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bentuk</a:t>
            </a:r>
            <a:r>
              <a:rPr lang="en-ID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persamaan</a:t>
            </a:r>
            <a:r>
              <a:rPr lang="en-ID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- </a:t>
            </a:r>
            <a:r>
              <a:rPr lang="en-ID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persamaan</a:t>
            </a:r>
            <a:r>
              <a:rPr lang="en-ID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yang </a:t>
            </a:r>
            <a:r>
              <a:rPr lang="en-ID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menyajikan</a:t>
            </a:r>
            <a:r>
              <a:rPr lang="en-ID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banyak</a:t>
            </a:r>
            <a:r>
              <a:rPr lang="en-ID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variabel</a:t>
            </a:r>
            <a:r>
              <a:rPr lang="en-ID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bebas</a:t>
            </a:r>
            <a:r>
              <a:rPr lang="en-ID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ID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ID" sz="16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CBA31FB-5EDC-8A2C-89F0-537F7D87BD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74143"/>
              </p:ext>
            </p:extLst>
          </p:nvPr>
        </p:nvGraphicFramePr>
        <p:xfrm>
          <a:off x="362496" y="2243738"/>
          <a:ext cx="4390379" cy="1977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4" imgW="2489200" imgH="1143000" progId="Equation.3">
                  <p:embed/>
                </p:oleObj>
              </mc:Choice>
              <mc:Fallback>
                <p:oleObj name="Equation" r:id="rId4" imgW="2489200" imgH="114300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496" y="2243738"/>
                        <a:ext cx="4390379" cy="19779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AA99A53-6A45-4E70-DD95-B24518F91D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7320060"/>
              </p:ext>
            </p:extLst>
          </p:nvPr>
        </p:nvGraphicFramePr>
        <p:xfrm>
          <a:off x="5043616" y="2416016"/>
          <a:ext cx="3835970" cy="1666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6" imgW="2057400" imgH="939800" progId="Equation.3">
                  <p:embed/>
                </p:oleObj>
              </mc:Choice>
              <mc:Fallback>
                <p:oleObj name="Equation" r:id="rId6" imgW="2057400" imgH="93980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3616" y="2416016"/>
                        <a:ext cx="3835970" cy="16663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ight Arrow 8">
            <a:extLst>
              <a:ext uri="{FF2B5EF4-FFF2-40B4-BE49-F238E27FC236}">
                <a16:creationId xmlns:a16="http://schemas.microsoft.com/office/drawing/2014/main" id="{37BBCCEA-BD64-0FF5-9E69-E487A64A98E5}"/>
              </a:ext>
            </a:extLst>
          </p:cNvPr>
          <p:cNvSpPr/>
          <p:nvPr/>
        </p:nvSpPr>
        <p:spPr>
          <a:xfrm>
            <a:off x="4676675" y="2961045"/>
            <a:ext cx="290741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56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Metode</a:t>
            </a:r>
            <a:r>
              <a:rPr lang="en" dirty="0"/>
              <a:t> </a:t>
            </a:r>
            <a:r>
              <a:rPr lang="en" dirty="0" err="1"/>
              <a:t>Penyelesaian</a:t>
            </a:r>
            <a:endParaRPr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2EFEF74-DA09-293B-5A84-A84FCA2C4B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7530220"/>
              </p:ext>
            </p:extLst>
          </p:nvPr>
        </p:nvGraphicFramePr>
        <p:xfrm>
          <a:off x="2257167" y="1305869"/>
          <a:ext cx="4629665" cy="3018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56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</a:t>
            </a:r>
            <a:r>
              <a:rPr lang="en" dirty="0" err="1"/>
              <a:t>Metode</a:t>
            </a:r>
            <a:r>
              <a:rPr lang="en" dirty="0"/>
              <a:t> Gauss</a:t>
            </a:r>
            <a:endParaRPr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8F5CE82-0A4C-6E48-D02A-B0E94CEAE9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0849626"/>
              </p:ext>
            </p:extLst>
          </p:nvPr>
        </p:nvGraphicFramePr>
        <p:xfrm>
          <a:off x="872100" y="1672126"/>
          <a:ext cx="3227743" cy="1997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4" imgW="1917700" imgH="1168400" progId="Equation.3">
                  <p:embed/>
                </p:oleObj>
              </mc:Choice>
              <mc:Fallback>
                <p:oleObj name="Equation" r:id="rId4" imgW="1917700" imgH="11684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100" y="1672126"/>
                        <a:ext cx="3227743" cy="19973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31AB40BE-1872-333A-9F48-A3D4716A16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5102897"/>
              </p:ext>
            </p:extLst>
          </p:nvPr>
        </p:nvGraphicFramePr>
        <p:xfrm>
          <a:off x="5096040" y="1642733"/>
          <a:ext cx="3153232" cy="2052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6" imgW="1866900" imgH="1168400" progId="Equation.3">
                  <p:embed/>
                </p:oleObj>
              </mc:Choice>
              <mc:Fallback>
                <p:oleObj name="Equation" r:id="rId6" imgW="1866900" imgH="1168400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6040" y="1642733"/>
                        <a:ext cx="3153232" cy="20528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ight Arrow 5">
            <a:extLst>
              <a:ext uri="{FF2B5EF4-FFF2-40B4-BE49-F238E27FC236}">
                <a16:creationId xmlns:a16="http://schemas.microsoft.com/office/drawing/2014/main" id="{5A1810CF-BAA1-46AC-F108-08416CD52EB9}"/>
              </a:ext>
            </a:extLst>
          </p:cNvPr>
          <p:cNvSpPr/>
          <p:nvPr/>
        </p:nvSpPr>
        <p:spPr>
          <a:xfrm>
            <a:off x="4316483" y="2518954"/>
            <a:ext cx="6096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24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56"/>
          <p:cNvSpPr txBox="1">
            <a:spLocks noGrp="1"/>
          </p:cNvSpPr>
          <p:nvPr>
            <p:ph type="title"/>
          </p:nvPr>
        </p:nvSpPr>
        <p:spPr>
          <a:xfrm>
            <a:off x="872100" y="477659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Proses </a:t>
            </a:r>
            <a:r>
              <a:rPr lang="en" dirty="0" err="1"/>
              <a:t>Eliminasi</a:t>
            </a:r>
            <a:r>
              <a:rPr lang="en" dirty="0"/>
              <a:t> pada </a:t>
            </a:r>
            <a:r>
              <a:rPr lang="en" dirty="0" err="1"/>
              <a:t>Metode</a:t>
            </a:r>
            <a:r>
              <a:rPr lang="en" dirty="0"/>
              <a:t> Gauss</a:t>
            </a:r>
            <a:endParaRPr dirty="0"/>
          </a:p>
        </p:txBody>
      </p:sp>
      <p:sp>
        <p:nvSpPr>
          <p:cNvPr id="1439" name="Google Shape;1439;p56"/>
          <p:cNvSpPr txBox="1">
            <a:spLocks noGrp="1"/>
          </p:cNvSpPr>
          <p:nvPr>
            <p:ph type="subTitle" idx="1"/>
          </p:nvPr>
        </p:nvSpPr>
        <p:spPr>
          <a:xfrm>
            <a:off x="476518" y="1085755"/>
            <a:ext cx="8010659" cy="34614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just">
              <a:lnSpc>
                <a:spcPct val="150000"/>
              </a:lnSpc>
            </a:pP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Proses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eliminasi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pada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metode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ini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terdiri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atas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3 </a:t>
            </a:r>
            <a:r>
              <a:rPr lang="en-ID" sz="1600" b="1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Operasi</a:t>
            </a:r>
            <a:r>
              <a:rPr lang="en-ID" sz="1600" b="1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Baris </a:t>
            </a:r>
            <a:r>
              <a:rPr lang="en-ID" sz="1600" b="1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Elementer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(OBE),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yaitu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  <a:p>
            <a:pPr marL="3683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n-ID" sz="1600" b="1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Pertukaran</a:t>
            </a:r>
            <a:endParaRPr lang="en-ID" sz="1600" b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57188" indent="-217488" algn="just">
              <a:lnSpc>
                <a:spcPct val="150000"/>
              </a:lnSpc>
            </a:pP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Urutan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dua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persamaan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dapat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ditukar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karena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pertukaran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tersebut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tidak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berpengaruh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pada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solusi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akhir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368300" indent="-22860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ID" sz="1600" b="1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Pensklaan</a:t>
            </a:r>
            <a:endParaRPr lang="en-ID" sz="1600" b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57188" indent="-217488" algn="just">
              <a:lnSpc>
                <a:spcPct val="150000"/>
              </a:lnSpc>
            </a:pPr>
            <a:r>
              <a:rPr lang="en-ID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D" sz="16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Persamaan</a:t>
            </a:r>
            <a:r>
              <a:rPr lang="en-ID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dapat</a:t>
            </a:r>
            <a:r>
              <a:rPr lang="en-ID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dikalikan</a:t>
            </a:r>
            <a:r>
              <a:rPr lang="en-ID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dengan</a:t>
            </a:r>
            <a:r>
              <a:rPr lang="en-ID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konstanta</a:t>
            </a:r>
            <a:r>
              <a:rPr lang="en-ID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bukan</a:t>
            </a:r>
            <a:r>
              <a:rPr lang="en-ID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nol</a:t>
            </a:r>
            <a:r>
              <a:rPr lang="en-ID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D" sz="16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sebab</a:t>
            </a:r>
            <a:r>
              <a:rPr lang="en-ID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perkalian</a:t>
            </a:r>
            <a:r>
              <a:rPr lang="en-ID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tersebut</a:t>
            </a:r>
            <a:r>
              <a:rPr lang="en-ID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tidak</a:t>
            </a:r>
            <a:r>
              <a:rPr lang="en-ID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berpengaruh</a:t>
            </a:r>
            <a:r>
              <a:rPr lang="en-ID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pada </a:t>
            </a:r>
            <a:r>
              <a:rPr lang="en-ID" sz="16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solusi</a:t>
            </a:r>
            <a:r>
              <a:rPr lang="en-ID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akhir</a:t>
            </a:r>
            <a:r>
              <a:rPr lang="en-ID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368300" indent="-228600" algn="just">
              <a:lnSpc>
                <a:spcPct val="150000"/>
              </a:lnSpc>
              <a:buFont typeface="+mj-lt"/>
              <a:buAutoNum type="arabicPeriod" startAt="3"/>
            </a:pPr>
            <a:r>
              <a:rPr lang="en-ID" sz="1600" b="1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Penggantian</a:t>
            </a:r>
            <a:endParaRPr lang="en-ID" sz="1600" b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57188" indent="-217488" algn="just">
              <a:lnSpc>
                <a:spcPct val="150000"/>
              </a:lnSpc>
            </a:pP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Persamaan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bisa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diganti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dengan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enjumlahan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persamaan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itu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dengan</a:t>
            </a:r>
            <a:r>
              <a:rPr lang="en-ID" sz="1600" dirty="0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penggan</a:t>
            </a:r>
            <a:r>
              <a:rPr lang="en-ID" sz="16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daan</a:t>
            </a:r>
            <a:r>
              <a:rPr lang="en-ID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persamaan</a:t>
            </a:r>
            <a:r>
              <a:rPr lang="en-ID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lain.</a:t>
            </a:r>
            <a:endParaRPr lang="en-ID" sz="1600" dirty="0">
              <a:solidFill>
                <a:schemeClr val="tx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429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56"/>
          <p:cNvSpPr txBox="1">
            <a:spLocks noGrp="1"/>
          </p:cNvSpPr>
          <p:nvPr>
            <p:ph type="title"/>
          </p:nvPr>
        </p:nvSpPr>
        <p:spPr>
          <a:xfrm>
            <a:off x="872100" y="262772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Contoh</a:t>
            </a:r>
            <a:r>
              <a:rPr lang="en" dirty="0"/>
              <a:t> 1 - Gauss</a:t>
            </a:r>
            <a:endParaRPr dirty="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A8EBB75-EC71-70A3-06B4-ACF062895D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1473693"/>
              </p:ext>
            </p:extLst>
          </p:nvPr>
        </p:nvGraphicFramePr>
        <p:xfrm>
          <a:off x="1646232" y="1274553"/>
          <a:ext cx="1768256" cy="939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Equation" r:id="rId4" imgW="1346200" imgH="685800" progId="Equation.3">
                  <p:embed/>
                </p:oleObj>
              </mc:Choice>
              <mc:Fallback>
                <p:oleObj name="Equation" r:id="rId4" imgW="1346200" imgH="68580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232" y="1274553"/>
                        <a:ext cx="1768256" cy="9390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9891FEBB-8E5D-E17A-69E9-7AB696653A57}"/>
              </a:ext>
            </a:extLst>
          </p:cNvPr>
          <p:cNvGrpSpPr/>
          <p:nvPr/>
        </p:nvGrpSpPr>
        <p:grpSpPr>
          <a:xfrm>
            <a:off x="1646232" y="2409011"/>
            <a:ext cx="5435925" cy="806134"/>
            <a:chOff x="282555" y="2170571"/>
            <a:chExt cx="5435925" cy="806134"/>
          </a:xfrm>
        </p:grpSpPr>
        <p:graphicFrame>
          <p:nvGraphicFramePr>
            <p:cNvPr id="3" name="Object 2">
              <a:extLst>
                <a:ext uri="{FF2B5EF4-FFF2-40B4-BE49-F238E27FC236}">
                  <a16:creationId xmlns:a16="http://schemas.microsoft.com/office/drawing/2014/main" id="{984D0A88-8240-C01D-6B2F-3ED4F76824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2613232"/>
                </p:ext>
              </p:extLst>
            </p:nvPr>
          </p:nvGraphicFramePr>
          <p:xfrm>
            <a:off x="282555" y="2180498"/>
            <a:ext cx="1077214" cy="782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Equation" r:id="rId6" imgW="1028520" imgH="711000" progId="Equation.3">
                    <p:embed/>
                  </p:oleObj>
                </mc:Choice>
                <mc:Fallback>
                  <p:oleObj name="Equation" r:id="rId6" imgW="1028520" imgH="711000" progId="Equation.3">
                    <p:embed/>
                    <p:pic>
                      <p:nvPicPr>
                        <p:cNvPr id="3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555" y="2180498"/>
                          <a:ext cx="1077214" cy="78250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3">
              <a:extLst>
                <a:ext uri="{FF2B5EF4-FFF2-40B4-BE49-F238E27FC236}">
                  <a16:creationId xmlns:a16="http://schemas.microsoft.com/office/drawing/2014/main" id="{DDD85A8D-A46E-423E-F4E1-F5EF163265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6012053"/>
                </p:ext>
              </p:extLst>
            </p:nvPr>
          </p:nvGraphicFramePr>
          <p:xfrm>
            <a:off x="2570574" y="2181159"/>
            <a:ext cx="1004214" cy="795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Equation" r:id="rId8" imgW="965160" imgH="711000" progId="Equation.3">
                    <p:embed/>
                  </p:oleObj>
                </mc:Choice>
                <mc:Fallback>
                  <p:oleObj name="Equation" r:id="rId8" imgW="965160" imgH="711000" progId="Equation.3">
                    <p:embed/>
                    <p:pic>
                      <p:nvPicPr>
                        <p:cNvPr id="5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0574" y="2181159"/>
                          <a:ext cx="1004214" cy="79554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AEB1145E-7CC7-D7C8-69D3-9ED6CEC02F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4802114"/>
                </p:ext>
              </p:extLst>
            </p:nvPr>
          </p:nvGraphicFramePr>
          <p:xfrm>
            <a:off x="1495669" y="2332108"/>
            <a:ext cx="939005" cy="479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Equation" r:id="rId10" imgW="889000" imgH="457200" progId="Equation.3">
                    <p:embed/>
                  </p:oleObj>
                </mc:Choice>
                <mc:Fallback>
                  <p:oleObj name="Equation" r:id="rId10" imgW="889000" imgH="457200" progId="Equation.3">
                    <p:embed/>
                    <p:pic>
                      <p:nvPicPr>
                        <p:cNvPr id="12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5669" y="2332108"/>
                          <a:ext cx="939005" cy="47928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0C84961B-26F9-7D1A-5125-2B168BE31C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7032955"/>
                </p:ext>
              </p:extLst>
            </p:nvPr>
          </p:nvGraphicFramePr>
          <p:xfrm>
            <a:off x="4712845" y="2170571"/>
            <a:ext cx="1005635" cy="795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Equation" r:id="rId12" imgW="914400" imgH="711000" progId="Equation.3">
                    <p:embed/>
                  </p:oleObj>
                </mc:Choice>
                <mc:Fallback>
                  <p:oleObj name="Equation" r:id="rId12" imgW="914400" imgH="711000" progId="Equation.3">
                    <p:embed/>
                    <p:pic>
                      <p:nvPicPr>
                        <p:cNvPr id="14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2845" y="2170571"/>
                          <a:ext cx="1005635" cy="79554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D93E344D-5425-62A4-848B-346F76408D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5775613"/>
                </p:ext>
              </p:extLst>
            </p:nvPr>
          </p:nvGraphicFramePr>
          <p:xfrm>
            <a:off x="3710688" y="2425455"/>
            <a:ext cx="867678" cy="292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Equation" r:id="rId14" imgW="825500" imgH="228600" progId="Equation.3">
                    <p:embed/>
                  </p:oleObj>
                </mc:Choice>
                <mc:Fallback>
                  <p:oleObj name="Equation" r:id="rId14" imgW="825500" imgH="228600" progId="Equation.3">
                    <p:embed/>
                    <p:pic>
                      <p:nvPicPr>
                        <p:cNvPr id="16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0688" y="2425455"/>
                          <a:ext cx="867678" cy="29258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1821B41-FEE7-527D-F11D-88F4C13F5FF8}"/>
              </a:ext>
            </a:extLst>
          </p:cNvPr>
          <p:cNvSpPr txBox="1"/>
          <p:nvPr/>
        </p:nvSpPr>
        <p:spPr>
          <a:xfrm>
            <a:off x="1388164" y="884971"/>
            <a:ext cx="5638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0" indent="6350" fontAlgn="base"/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Tentukan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nilai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x</a:t>
            </a:r>
            <a:r>
              <a:rPr lang="en-ID" sz="1600" b="0" i="0" u="none" strike="noStrike" baseline="-25000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x</a:t>
            </a:r>
            <a:r>
              <a:rPr lang="en-ID" sz="1600" b="0" i="0" u="none" strike="noStrike" baseline="-25000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dan x</a:t>
            </a:r>
            <a:r>
              <a:rPr lang="en-ID" sz="1600" b="0" i="0" u="none" strike="noStrike" baseline="-25000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</a:p>
          <a:p>
            <a:pPr marL="133350" indent="6350" algn="just" fontAlgn="base"/>
            <a:endParaRPr lang="en-ID" sz="16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algn="just" fontAlgn="base"/>
            <a:endParaRPr lang="en-ID" sz="1600" b="0" i="0" u="none" strike="noStrike" dirty="0">
              <a:solidFill>
                <a:srgbClr val="00206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A4F51D-4415-13ED-110C-B42E4575E2B1}"/>
                  </a:ext>
                </a:extLst>
              </p:cNvPr>
              <p:cNvSpPr txBox="1"/>
              <p:nvPr/>
            </p:nvSpPr>
            <p:spPr>
              <a:xfrm>
                <a:off x="1664509" y="3457974"/>
                <a:ext cx="658194" cy="6187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A4F51D-4415-13ED-110C-B42E4575E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509" y="3457974"/>
                <a:ext cx="658194" cy="618759"/>
              </a:xfrm>
              <a:prstGeom prst="rect">
                <a:avLst/>
              </a:prstGeom>
              <a:blipFill>
                <a:blip r:embed="rId16"/>
                <a:stretch>
                  <a:fillRect l="-9615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C415AC4-1769-75F8-F5F5-4A7B980DE2F6}"/>
                  </a:ext>
                </a:extLst>
              </p:cNvPr>
              <p:cNvSpPr txBox="1"/>
              <p:nvPr/>
            </p:nvSpPr>
            <p:spPr>
              <a:xfrm>
                <a:off x="2741565" y="3427533"/>
                <a:ext cx="1399422" cy="1544654"/>
              </a:xfrm>
              <a:prstGeom prst="rect">
                <a:avLst/>
              </a:prstGeom>
              <a:solidFill>
                <a:srgbClr val="F1F1F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+4.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baseline="-25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28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−13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C415AC4-1769-75F8-F5F5-4A7B980DE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565" y="3427533"/>
                <a:ext cx="1399422" cy="1544654"/>
              </a:xfrm>
              <a:prstGeom prst="rect">
                <a:avLst/>
              </a:prstGeom>
              <a:blipFill>
                <a:blip r:embed="rId17"/>
                <a:stretch>
                  <a:fillRect l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D7B4CCB-9B72-3874-C917-EBD3C59BD00B}"/>
                  </a:ext>
                </a:extLst>
              </p:cNvPr>
              <p:cNvSpPr txBox="1"/>
              <p:nvPr/>
            </p:nvSpPr>
            <p:spPr>
              <a:xfrm>
                <a:off x="4386022" y="3448244"/>
                <a:ext cx="2396469" cy="1024896"/>
              </a:xfrm>
              <a:prstGeom prst="rect">
                <a:avLst/>
              </a:prstGeom>
              <a:solidFill>
                <a:srgbClr val="F1F1F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+2.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−13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D7B4CCB-9B72-3874-C917-EBD3C59BD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022" y="3448244"/>
                <a:ext cx="2396469" cy="1024896"/>
              </a:xfrm>
              <a:prstGeom prst="rect">
                <a:avLst/>
              </a:prstGeom>
              <a:blipFill>
                <a:blip r:embed="rId18"/>
                <a:stretch>
                  <a:fillRect l="-2105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6292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56"/>
          <p:cNvSpPr txBox="1">
            <a:spLocks noGrp="1"/>
          </p:cNvSpPr>
          <p:nvPr>
            <p:ph type="title"/>
          </p:nvPr>
        </p:nvSpPr>
        <p:spPr>
          <a:xfrm>
            <a:off x="872100" y="262772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Contoh</a:t>
            </a:r>
            <a:r>
              <a:rPr lang="en" dirty="0"/>
              <a:t> 2 - Gauss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A47B01-24D5-0977-3E07-D52A6CF0EC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2349"/>
          <a:stretch/>
        </p:blipFill>
        <p:spPr>
          <a:xfrm>
            <a:off x="1433960" y="1202899"/>
            <a:ext cx="2338873" cy="851324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B49A3A1E-B080-DBB4-34FD-7DFDD2C8EB2D}"/>
              </a:ext>
            </a:extLst>
          </p:cNvPr>
          <p:cNvGrpSpPr/>
          <p:nvPr/>
        </p:nvGrpSpPr>
        <p:grpSpPr>
          <a:xfrm>
            <a:off x="1543678" y="2053501"/>
            <a:ext cx="6056643" cy="1152908"/>
            <a:chOff x="538236" y="2487336"/>
            <a:chExt cx="6338156" cy="122379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437051B-312C-9836-9A57-146A385E5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8236" y="2545521"/>
              <a:ext cx="1775534" cy="11430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FBE3124-703E-6013-1999-3F2BFFC4E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82507" y="2545521"/>
              <a:ext cx="1994329" cy="114294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E891974-C70D-1943-8390-DB59D7D89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82063" y="2487336"/>
              <a:ext cx="1994329" cy="1223793"/>
            </a:xfrm>
            <a:prstGeom prst="rect">
              <a:avLst/>
            </a:prstGeom>
          </p:spPr>
        </p:pic>
        <p:sp>
          <p:nvSpPr>
            <p:cNvPr id="14" name="Right Arrow 13">
              <a:extLst>
                <a:ext uri="{FF2B5EF4-FFF2-40B4-BE49-F238E27FC236}">
                  <a16:creationId xmlns:a16="http://schemas.microsoft.com/office/drawing/2014/main" id="{BA18A7E6-E5ED-6DF0-6246-1A26E585A142}"/>
                </a:ext>
              </a:extLst>
            </p:cNvPr>
            <p:cNvSpPr/>
            <p:nvPr/>
          </p:nvSpPr>
          <p:spPr>
            <a:xfrm>
              <a:off x="2290836" y="2951206"/>
              <a:ext cx="268737" cy="1771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ight Arrow 14">
              <a:extLst>
                <a:ext uri="{FF2B5EF4-FFF2-40B4-BE49-F238E27FC236}">
                  <a16:creationId xmlns:a16="http://schemas.microsoft.com/office/drawing/2014/main" id="{40E8EBDF-3025-E7B7-1B7D-C39BEEDF7220}"/>
                </a:ext>
              </a:extLst>
            </p:cNvPr>
            <p:cNvSpPr/>
            <p:nvPr/>
          </p:nvSpPr>
          <p:spPr>
            <a:xfrm>
              <a:off x="4612899" y="2993674"/>
              <a:ext cx="268737" cy="1771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40BD64FD-8DA6-13EE-1D8B-ECF201FE50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206409"/>
            <a:ext cx="1333715" cy="8976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9D4D714-36BC-AF09-486A-AF0F0252AF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3960" y="3116565"/>
            <a:ext cx="2952843" cy="186450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E7792AE-A69D-A24B-DBE1-346CE6F80FC5}"/>
              </a:ext>
            </a:extLst>
          </p:cNvPr>
          <p:cNvSpPr txBox="1"/>
          <p:nvPr/>
        </p:nvSpPr>
        <p:spPr>
          <a:xfrm>
            <a:off x="1388164" y="884971"/>
            <a:ext cx="5638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0" indent="6350" fontAlgn="base"/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Tentukan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nilai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x, y, dan z!</a:t>
            </a:r>
          </a:p>
          <a:p>
            <a:pPr marL="133350" indent="6350" algn="just" fontAlgn="base"/>
            <a:endParaRPr lang="en-ID" sz="16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algn="just" fontAlgn="base"/>
            <a:endParaRPr lang="en-ID" sz="1600" b="0" i="0" u="none" strike="noStrike" dirty="0">
              <a:solidFill>
                <a:srgbClr val="00206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6581B3-8606-EB41-862B-C7BFF73EB8B9}"/>
              </a:ext>
            </a:extLst>
          </p:cNvPr>
          <p:cNvSpPr txBox="1"/>
          <p:nvPr/>
        </p:nvSpPr>
        <p:spPr>
          <a:xfrm>
            <a:off x="6326778" y="2078993"/>
            <a:ext cx="376517" cy="338554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22113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56"/>
          <p:cNvSpPr txBox="1">
            <a:spLocks noGrp="1"/>
          </p:cNvSpPr>
          <p:nvPr>
            <p:ph type="title"/>
          </p:nvPr>
        </p:nvSpPr>
        <p:spPr>
          <a:xfrm>
            <a:off x="872100" y="262772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Latihan </a:t>
            </a:r>
            <a:r>
              <a:rPr lang="en" dirty="0" err="1"/>
              <a:t>Soal</a:t>
            </a:r>
            <a:r>
              <a:rPr lang="en" dirty="0"/>
              <a:t> </a:t>
            </a:r>
            <a:r>
              <a:rPr lang="en" dirty="0" err="1"/>
              <a:t>Metode</a:t>
            </a:r>
            <a:r>
              <a:rPr lang="en" dirty="0"/>
              <a:t> Gauss</a:t>
            </a:r>
            <a:endParaRPr dirty="0"/>
          </a:p>
        </p:txBody>
      </p:sp>
      <p:sp>
        <p:nvSpPr>
          <p:cNvPr id="1439" name="Google Shape;1439;p56"/>
          <p:cNvSpPr txBox="1">
            <a:spLocks noGrp="1"/>
          </p:cNvSpPr>
          <p:nvPr>
            <p:ph type="subTitle" idx="1"/>
          </p:nvPr>
        </p:nvSpPr>
        <p:spPr>
          <a:xfrm>
            <a:off x="731396" y="995231"/>
            <a:ext cx="7681208" cy="31689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indent="6350" fontAlgn="base"/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Tentukan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himpunan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penyelesaian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dari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sistem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persamaan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berikut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</a:p>
          <a:p>
            <a:pPr marL="133350" indent="6350" algn="just" fontAlgn="base"/>
            <a:endParaRPr lang="en-ID" sz="16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algn="just" fontAlgn="base"/>
            <a:endParaRPr lang="en-ID" sz="1600" b="0" i="0" u="none" strike="noStrike" dirty="0">
              <a:solidFill>
                <a:srgbClr val="00206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DDA7E79-E32B-8EAA-BFE1-EA3485D2FD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8763396"/>
              </p:ext>
            </p:extLst>
          </p:nvPr>
        </p:nvGraphicFramePr>
        <p:xfrm>
          <a:off x="4005761" y="1615680"/>
          <a:ext cx="1808746" cy="1068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4" imgW="1168200" imgH="660240" progId="Equation.3">
                  <p:embed/>
                </p:oleObj>
              </mc:Choice>
              <mc:Fallback>
                <p:oleObj name="Equation" r:id="rId4" imgW="1168200" imgH="66024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761" y="1615680"/>
                        <a:ext cx="1808746" cy="1068252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4D282B9-491B-8FB2-23A7-E14B0575BB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196129"/>
              </p:ext>
            </p:extLst>
          </p:nvPr>
        </p:nvGraphicFramePr>
        <p:xfrm>
          <a:off x="1501701" y="3139113"/>
          <a:ext cx="1808746" cy="943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6" imgW="888840" imgH="457200" progId="Equation.3">
                  <p:embed/>
                </p:oleObj>
              </mc:Choice>
              <mc:Fallback>
                <p:oleObj name="Equation" r:id="rId6" imgW="888840" imgH="4572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701" y="3139113"/>
                        <a:ext cx="1808746" cy="943694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accent6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E98B795-1912-F4E8-8EF4-EAC4598E3B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813690"/>
              </p:ext>
            </p:extLst>
          </p:nvPr>
        </p:nvGraphicFramePr>
        <p:xfrm>
          <a:off x="6423833" y="2409838"/>
          <a:ext cx="1808747" cy="1156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quation" r:id="rId8" imgW="1079280" imgH="660240" progId="Equation.3">
                  <p:embed/>
                </p:oleObj>
              </mc:Choice>
              <mc:Fallback>
                <p:oleObj name="Equation" r:id="rId8" imgW="1079280" imgH="660240" progId="Equation.3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3833" y="2409838"/>
                        <a:ext cx="1808747" cy="1156756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A3A28F6-A4AB-39E7-F92F-BF3D543D32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4088227"/>
              </p:ext>
            </p:extLst>
          </p:nvPr>
        </p:nvGraphicFramePr>
        <p:xfrm>
          <a:off x="1501699" y="1754229"/>
          <a:ext cx="1808746" cy="943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quation" r:id="rId10" imgW="888840" imgH="457200" progId="Equation.3">
                  <p:embed/>
                </p:oleObj>
              </mc:Choice>
              <mc:Fallback>
                <p:oleObj name="Equation" r:id="rId10" imgW="888840" imgH="4572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699" y="1754229"/>
                        <a:ext cx="1808746" cy="943694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accent6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7155B1E-3B92-C97E-445E-7B5D702347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125700"/>
              </p:ext>
            </p:extLst>
          </p:nvPr>
        </p:nvGraphicFramePr>
        <p:xfrm>
          <a:off x="4002729" y="3125254"/>
          <a:ext cx="1808746" cy="1229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Equation" r:id="rId12" imgW="1015920" imgH="660240" progId="Equation.3">
                  <p:embed/>
                </p:oleObj>
              </mc:Choice>
              <mc:Fallback>
                <p:oleObj name="Equation" r:id="rId12" imgW="1015920" imgH="66024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2729" y="3125254"/>
                        <a:ext cx="1808746" cy="1229110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ECB8A58-942B-E5C2-91F8-BBE6E33229FB}"/>
              </a:ext>
            </a:extLst>
          </p:cNvPr>
          <p:cNvSpPr txBox="1"/>
          <p:nvPr/>
        </p:nvSpPr>
        <p:spPr>
          <a:xfrm>
            <a:off x="1050148" y="2056799"/>
            <a:ext cx="400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1.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5A77F8-FEEB-4117-BE5C-DBC22F65179F}"/>
              </a:ext>
            </a:extLst>
          </p:cNvPr>
          <p:cNvSpPr txBox="1"/>
          <p:nvPr/>
        </p:nvSpPr>
        <p:spPr>
          <a:xfrm>
            <a:off x="1051444" y="3406786"/>
            <a:ext cx="400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2.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CF93E4-D095-8194-D261-49D03D8DBB64}"/>
              </a:ext>
            </a:extLst>
          </p:cNvPr>
          <p:cNvSpPr txBox="1"/>
          <p:nvPr/>
        </p:nvSpPr>
        <p:spPr>
          <a:xfrm>
            <a:off x="3599607" y="1941919"/>
            <a:ext cx="400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3.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EC0FFE-AAC8-B99D-D454-E523FE2352C7}"/>
              </a:ext>
            </a:extLst>
          </p:cNvPr>
          <p:cNvSpPr txBox="1"/>
          <p:nvPr/>
        </p:nvSpPr>
        <p:spPr>
          <a:xfrm>
            <a:off x="3599607" y="3563740"/>
            <a:ext cx="400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4.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07F65A-4E05-F53E-9C1B-5F84E6BE279D}"/>
              </a:ext>
            </a:extLst>
          </p:cNvPr>
          <p:cNvSpPr txBox="1"/>
          <p:nvPr/>
        </p:nvSpPr>
        <p:spPr>
          <a:xfrm>
            <a:off x="6020209" y="2848930"/>
            <a:ext cx="400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5.</a:t>
            </a:r>
          </a:p>
        </p:txBody>
      </p:sp>
    </p:spTree>
    <p:extLst>
      <p:ext uri="{BB962C8B-B14F-4D97-AF65-F5344CB8AC3E}">
        <p14:creationId xmlns:p14="http://schemas.microsoft.com/office/powerpoint/2010/main" val="904639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56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 </a:t>
            </a:r>
            <a:r>
              <a:rPr lang="en" dirty="0" err="1"/>
              <a:t>Metode</a:t>
            </a:r>
            <a:r>
              <a:rPr lang="en" dirty="0"/>
              <a:t> Gauss Jordan</a:t>
            </a:r>
            <a:endParaRPr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AB109EF-7FFC-5F2F-F3F1-285EC127AF33}"/>
              </a:ext>
            </a:extLst>
          </p:cNvPr>
          <p:cNvGrpSpPr/>
          <p:nvPr/>
        </p:nvGrpSpPr>
        <p:grpSpPr>
          <a:xfrm>
            <a:off x="1015563" y="1639115"/>
            <a:ext cx="7112874" cy="2087009"/>
            <a:chOff x="783954" y="1625863"/>
            <a:chExt cx="7112874" cy="2087009"/>
          </a:xfrm>
        </p:grpSpPr>
        <p:graphicFrame>
          <p:nvGraphicFramePr>
            <p:cNvPr id="2" name="Object 1">
              <a:extLst>
                <a:ext uri="{FF2B5EF4-FFF2-40B4-BE49-F238E27FC236}">
                  <a16:creationId xmlns:a16="http://schemas.microsoft.com/office/drawing/2014/main" id="{0D7851BF-8DD5-0014-644E-B5163951C63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1702322"/>
                </p:ext>
              </p:extLst>
            </p:nvPr>
          </p:nvGraphicFramePr>
          <p:xfrm>
            <a:off x="783954" y="1625863"/>
            <a:ext cx="3372607" cy="20870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5" name="Equation" r:id="rId4" imgW="1917700" imgH="1168400" progId="Equation.3">
                    <p:embed/>
                  </p:oleObj>
                </mc:Choice>
                <mc:Fallback>
                  <p:oleObj name="Equation" r:id="rId4" imgW="1917700" imgH="1168400" progId="Equation.3">
                    <p:embed/>
                    <p:pic>
                      <p:nvPicPr>
                        <p:cNvPr id="5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3954" y="1625863"/>
                          <a:ext cx="3372607" cy="208700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Object 2">
              <a:extLst>
                <a:ext uri="{FF2B5EF4-FFF2-40B4-BE49-F238E27FC236}">
                  <a16:creationId xmlns:a16="http://schemas.microsoft.com/office/drawing/2014/main" id="{CA0D16DC-8DEE-000E-C818-0F49FA9F95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5954348"/>
                </p:ext>
              </p:extLst>
            </p:nvPr>
          </p:nvGraphicFramePr>
          <p:xfrm>
            <a:off x="5175369" y="1625863"/>
            <a:ext cx="2721459" cy="20870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6" name="Equation" r:id="rId6" imgW="1536700" imgH="1168400" progId="Equation.3">
                    <p:embed/>
                  </p:oleObj>
                </mc:Choice>
                <mc:Fallback>
                  <p:oleObj name="Equation" r:id="rId6" imgW="1536700" imgH="116840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5369" y="1625863"/>
                          <a:ext cx="2721459" cy="208700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AD6ABB29-A109-2BD4-9E9B-D14536FDA724}"/>
                </a:ext>
              </a:extLst>
            </p:cNvPr>
            <p:cNvSpPr/>
            <p:nvPr/>
          </p:nvSpPr>
          <p:spPr>
            <a:xfrm>
              <a:off x="4323065" y="2332564"/>
              <a:ext cx="685800" cy="6096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25345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56"/>
          <p:cNvSpPr txBox="1">
            <a:spLocks noGrp="1"/>
          </p:cNvSpPr>
          <p:nvPr>
            <p:ph type="title"/>
          </p:nvPr>
        </p:nvSpPr>
        <p:spPr>
          <a:xfrm>
            <a:off x="872100" y="262772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Contoh</a:t>
            </a:r>
            <a:r>
              <a:rPr lang="en" dirty="0"/>
              <a:t> 1 – Gauss Jordan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821B41-FEE7-527D-F11D-88F4C13F5FF8}"/>
              </a:ext>
            </a:extLst>
          </p:cNvPr>
          <p:cNvSpPr txBox="1"/>
          <p:nvPr/>
        </p:nvSpPr>
        <p:spPr>
          <a:xfrm>
            <a:off x="1388164" y="1120502"/>
            <a:ext cx="56388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0" indent="6350" fontAlgn="base"/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Tentukan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nilai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x</a:t>
            </a:r>
            <a:r>
              <a:rPr lang="en-ID" sz="1600" baseline="-250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ID" sz="16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dan x</a:t>
            </a:r>
            <a:r>
              <a:rPr lang="en-ID" sz="1600" baseline="-250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</a:p>
          <a:p>
            <a:pPr marL="133350" indent="6350" fontAlgn="base"/>
            <a:endParaRPr lang="en-ID" sz="16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endParaRPr lang="en-ID" sz="1600" b="0" i="0" u="none" strike="noStrike" dirty="0">
              <a:solidFill>
                <a:srgbClr val="00206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endParaRPr lang="en-ID" sz="16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endParaRPr lang="en-ID" sz="1600" b="0" i="0" u="none" strike="noStrike" dirty="0">
              <a:solidFill>
                <a:srgbClr val="00206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endParaRPr lang="en-ID" sz="16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endParaRPr lang="en-ID" sz="1600" b="0" i="0" u="none" strike="noStrike" dirty="0">
              <a:solidFill>
                <a:srgbClr val="00206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endParaRPr lang="en-ID" sz="16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endParaRPr lang="en-ID" sz="1600" b="0" i="0" u="none" strike="noStrike" dirty="0">
              <a:solidFill>
                <a:srgbClr val="00206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endParaRPr lang="en-ID" sz="16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Jadi, </a:t>
            </a:r>
            <a:r>
              <a:rPr lang="en-ID" sz="1600" dirty="0" err="1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nilai</a:t>
            </a:r>
            <a:r>
              <a:rPr lang="en-ID" sz="16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x</a:t>
            </a:r>
            <a:r>
              <a:rPr lang="en-ID" sz="1600" baseline="-250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 </a:t>
            </a:r>
            <a:r>
              <a:rPr lang="en-ID" sz="16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-5 dan </a:t>
            </a:r>
            <a:r>
              <a:rPr lang="en-ID" sz="1600" dirty="0" err="1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nilai</a:t>
            </a:r>
            <a:r>
              <a:rPr lang="en-ID" sz="16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x</a:t>
            </a:r>
            <a:r>
              <a:rPr lang="en-ID" sz="1600" baseline="-250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ID" sz="16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4</a:t>
            </a:r>
            <a:endParaRPr lang="en-ID" sz="1600" b="0" i="0" u="none" strike="noStrike" dirty="0">
              <a:solidFill>
                <a:srgbClr val="00206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algn="just" fontAlgn="base"/>
            <a:endParaRPr lang="en-ID" sz="16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algn="just" fontAlgn="base"/>
            <a:endParaRPr lang="en-ID" sz="1600" b="0" i="0" u="none" strike="noStrike" dirty="0">
              <a:solidFill>
                <a:srgbClr val="00206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8CC25A92-EF53-BED0-AF62-27FE514939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3902343"/>
              </p:ext>
            </p:extLst>
          </p:nvPr>
        </p:nvGraphicFramePr>
        <p:xfrm>
          <a:off x="1605413" y="1511069"/>
          <a:ext cx="1567278" cy="799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quation" r:id="rId4" imgW="914400" imgH="457200" progId="Equation.3">
                  <p:embed/>
                </p:oleObj>
              </mc:Choice>
              <mc:Fallback>
                <p:oleObj name="Equation" r:id="rId4" imgW="914400" imgH="45720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5413" y="1511069"/>
                        <a:ext cx="1567278" cy="7999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77791E91-D06C-17E8-7056-FE78093553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054480"/>
              </p:ext>
            </p:extLst>
          </p:nvPr>
        </p:nvGraphicFramePr>
        <p:xfrm>
          <a:off x="1321245" y="2544266"/>
          <a:ext cx="1193127" cy="75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Equation" r:id="rId6" imgW="749300" imgH="457200" progId="Equation.3">
                  <p:embed/>
                </p:oleObj>
              </mc:Choice>
              <mc:Fallback>
                <p:oleObj name="Equation" r:id="rId6" imgW="749300" imgH="45720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1245" y="2544266"/>
                        <a:ext cx="1193127" cy="7592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1560A046-CDAE-C90B-23E7-BE8542D232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228853"/>
              </p:ext>
            </p:extLst>
          </p:nvPr>
        </p:nvGraphicFramePr>
        <p:xfrm>
          <a:off x="5504175" y="2524617"/>
          <a:ext cx="231858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Equation" r:id="rId8" imgW="1295280" imgH="457200" progId="Equation.3">
                  <p:embed/>
                </p:oleObj>
              </mc:Choice>
              <mc:Fallback>
                <p:oleObj name="Equation" r:id="rId8" imgW="1295280" imgH="4572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4175" y="2524617"/>
                        <a:ext cx="2318580" cy="7699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01FEC462-0196-98BC-8B5D-A4579D86A9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312431"/>
              </p:ext>
            </p:extLst>
          </p:nvPr>
        </p:nvGraphicFramePr>
        <p:xfrm>
          <a:off x="3014674" y="2524619"/>
          <a:ext cx="1967617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Equation" r:id="rId10" imgW="1168200" imgH="457200" progId="Equation.3">
                  <p:embed/>
                </p:oleObj>
              </mc:Choice>
              <mc:Fallback>
                <p:oleObj name="Equation" r:id="rId10" imgW="1168200" imgH="457200" progId="Equation.3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014674" y="2524619"/>
                        <a:ext cx="1967617" cy="769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ight Arrow 14">
            <a:extLst>
              <a:ext uri="{FF2B5EF4-FFF2-40B4-BE49-F238E27FC236}">
                <a16:creationId xmlns:a16="http://schemas.microsoft.com/office/drawing/2014/main" id="{0C14DFDD-98D0-FD4B-92D1-43F2E90A0973}"/>
              </a:ext>
            </a:extLst>
          </p:cNvPr>
          <p:cNvSpPr/>
          <p:nvPr/>
        </p:nvSpPr>
        <p:spPr>
          <a:xfrm>
            <a:off x="2616882" y="2809767"/>
            <a:ext cx="341044" cy="2384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D286F5BE-8EC8-C174-D9EF-7A52D633303B}"/>
              </a:ext>
            </a:extLst>
          </p:cNvPr>
          <p:cNvSpPr/>
          <p:nvPr/>
        </p:nvSpPr>
        <p:spPr>
          <a:xfrm>
            <a:off x="5090362" y="2790337"/>
            <a:ext cx="341044" cy="2384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47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56"/>
          <p:cNvSpPr txBox="1">
            <a:spLocks noGrp="1"/>
          </p:cNvSpPr>
          <p:nvPr>
            <p:ph type="title"/>
          </p:nvPr>
        </p:nvSpPr>
        <p:spPr>
          <a:xfrm>
            <a:off x="872100" y="262772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Contoh</a:t>
            </a:r>
            <a:r>
              <a:rPr lang="en" dirty="0"/>
              <a:t> 2 – Gauss Jordan</a:t>
            </a:r>
            <a:endParaRPr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7792AE-A69D-A24B-DBE1-346CE6F80FC5}"/>
              </a:ext>
            </a:extLst>
          </p:cNvPr>
          <p:cNvSpPr txBox="1"/>
          <p:nvPr/>
        </p:nvSpPr>
        <p:spPr>
          <a:xfrm>
            <a:off x="1388164" y="968097"/>
            <a:ext cx="5638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0" indent="6350" fontAlgn="base"/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Tentukan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nilai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x, y, dan z!</a:t>
            </a:r>
          </a:p>
          <a:p>
            <a:pPr marL="133350" indent="6350" fontAlgn="base"/>
            <a:endParaRPr lang="en-ID" sz="16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endParaRPr lang="en-ID" sz="1600" b="0" i="0" u="none" strike="noStrike" dirty="0">
              <a:solidFill>
                <a:srgbClr val="00206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endParaRPr lang="en-ID" sz="16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endParaRPr lang="en-ID" sz="1600" b="0" i="0" u="none" strike="noStrike" dirty="0">
              <a:solidFill>
                <a:srgbClr val="00206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endParaRPr lang="en-ID" sz="16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endParaRPr lang="en-ID" sz="1600" b="0" i="0" u="none" strike="noStrike" dirty="0">
              <a:solidFill>
                <a:srgbClr val="00206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endParaRPr lang="en-ID" sz="16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endParaRPr lang="en-ID" sz="1600" b="0" i="0" u="none" strike="noStrike" dirty="0">
              <a:solidFill>
                <a:srgbClr val="00206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endParaRPr lang="en-ID" sz="16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endParaRPr lang="en-ID" sz="1600" b="0" i="0" u="none" strike="noStrike" dirty="0">
              <a:solidFill>
                <a:srgbClr val="00206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endParaRPr lang="en-ID" sz="16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endParaRPr lang="en-ID" sz="1600" b="0" i="0" u="none" strike="noStrike" dirty="0">
              <a:solidFill>
                <a:srgbClr val="00206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endParaRPr lang="en-ID" sz="16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endParaRPr lang="en-ID" sz="1600" b="0" i="0" u="none" strike="noStrike" dirty="0">
              <a:solidFill>
                <a:srgbClr val="00206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fontAlgn="base"/>
            <a:r>
              <a:rPr lang="en-ID" sz="16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Jadi, </a:t>
            </a:r>
            <a:r>
              <a:rPr lang="en-ID" sz="1600" dirty="0" err="1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nilai</a:t>
            </a:r>
            <a:r>
              <a:rPr lang="en-ID" sz="16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x = 1, y = 2, dan z = 3</a:t>
            </a:r>
            <a:endParaRPr lang="en-ID" sz="1600" b="0" i="0" u="none" strike="noStrike" dirty="0">
              <a:solidFill>
                <a:srgbClr val="00206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algn="just" fontAlgn="base"/>
            <a:endParaRPr lang="en-ID" sz="16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33350" indent="6350" algn="just" fontAlgn="base"/>
            <a:endParaRPr lang="en-ID" sz="1600" b="0" i="0" u="none" strike="noStrike" dirty="0">
              <a:solidFill>
                <a:srgbClr val="00206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2B58B0C-F689-37BA-748A-62E14FA798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129853"/>
              </p:ext>
            </p:extLst>
          </p:nvPr>
        </p:nvGraphicFramePr>
        <p:xfrm>
          <a:off x="1588456" y="1308986"/>
          <a:ext cx="1402932" cy="952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1" name="Equation" r:id="rId4" imgW="1016000" imgH="660400" progId="Equation.3">
                  <p:embed/>
                </p:oleObj>
              </mc:Choice>
              <mc:Fallback>
                <p:oleObj name="Equation" r:id="rId4" imgW="1016000" imgH="660400" progId="Equation.3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456" y="1308986"/>
                        <a:ext cx="1402932" cy="9524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D1C55C2-833F-85E1-C8BB-B203370654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6946542"/>
              </p:ext>
            </p:extLst>
          </p:nvPr>
        </p:nvGraphicFramePr>
        <p:xfrm>
          <a:off x="277025" y="2318842"/>
          <a:ext cx="1186736" cy="932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2" name="Equation" r:id="rId6" imgW="952087" imgH="710891" progId="Equation.3">
                  <p:embed/>
                </p:oleObj>
              </mc:Choice>
              <mc:Fallback>
                <p:oleObj name="Equation" r:id="rId6" imgW="952087" imgH="710891" progId="Equation.3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25" y="2318842"/>
                        <a:ext cx="1186736" cy="9324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A08821D-5D52-95B2-7E79-6ACC95B387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3048532"/>
              </p:ext>
            </p:extLst>
          </p:nvPr>
        </p:nvGraphicFramePr>
        <p:xfrm>
          <a:off x="2563134" y="2304987"/>
          <a:ext cx="1223065" cy="932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3" name="Equation" r:id="rId8" imgW="977900" imgH="711200" progId="Equation.3">
                  <p:embed/>
                </p:oleObj>
              </mc:Choice>
              <mc:Fallback>
                <p:oleObj name="Equation" r:id="rId8" imgW="977900" imgH="711200" progId="Equation.3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3134" y="2304987"/>
                        <a:ext cx="1223065" cy="9324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68AEB79-5556-FE92-AC0D-6B7C5E5869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6780071"/>
              </p:ext>
            </p:extLst>
          </p:nvPr>
        </p:nvGraphicFramePr>
        <p:xfrm>
          <a:off x="1546852" y="2636069"/>
          <a:ext cx="933191" cy="316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4" name="Equation" r:id="rId10" imgW="774360" imgH="215640" progId="Equation.3">
                  <p:embed/>
                </p:oleObj>
              </mc:Choice>
              <mc:Fallback>
                <p:oleObj name="Equation" r:id="rId10" imgW="774360" imgH="215640" progId="Equation.3">
                  <p:embed/>
                  <p:pic>
                    <p:nvPicPr>
                      <p:cNvPr id="2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852" y="2636069"/>
                        <a:ext cx="933191" cy="3160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F560B65-25ED-78F3-3F4F-5CF2898BD4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855378"/>
              </p:ext>
            </p:extLst>
          </p:nvPr>
        </p:nvGraphicFramePr>
        <p:xfrm>
          <a:off x="3869290" y="2899309"/>
          <a:ext cx="918260" cy="334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5" name="Equation" r:id="rId12" imgW="761760" imgH="228600" progId="Equation.3">
                  <p:embed/>
                </p:oleObj>
              </mc:Choice>
              <mc:Fallback>
                <p:oleObj name="Equation" r:id="rId12" imgW="761760" imgH="228600" progId="Equation.3">
                  <p:embed/>
                  <p:pic>
                    <p:nvPicPr>
                      <p:cNvPr id="2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9290" y="2899309"/>
                        <a:ext cx="918260" cy="3347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35CCAC1-B932-A8E8-D2B2-FCE61CBCF0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406943"/>
              </p:ext>
            </p:extLst>
          </p:nvPr>
        </p:nvGraphicFramePr>
        <p:xfrm>
          <a:off x="4871717" y="2304987"/>
          <a:ext cx="1223066" cy="945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6" name="Equation" r:id="rId14" imgW="965160" imgH="711000" progId="Equation.3">
                  <p:embed/>
                </p:oleObj>
              </mc:Choice>
              <mc:Fallback>
                <p:oleObj name="Equation" r:id="rId14" imgW="965160" imgH="711000" progId="Equation.3">
                  <p:embed/>
                  <p:pic>
                    <p:nvPicPr>
                      <p:cNvPr id="2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717" y="2304987"/>
                        <a:ext cx="1223066" cy="9452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56ACBB3-E533-1899-6547-E62CF31552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394629"/>
              </p:ext>
            </p:extLst>
          </p:nvPr>
        </p:nvGraphicFramePr>
        <p:xfrm>
          <a:off x="6178950" y="2908659"/>
          <a:ext cx="1025266" cy="334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" name="Equation" r:id="rId16" imgW="850680" imgH="228600" progId="Equation.3">
                  <p:embed/>
                </p:oleObj>
              </mc:Choice>
              <mc:Fallback>
                <p:oleObj name="Equation" r:id="rId16" imgW="850680" imgH="228600" progId="Equation.3">
                  <p:embed/>
                  <p:pic>
                    <p:nvPicPr>
                      <p:cNvPr id="2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8950" y="2908659"/>
                        <a:ext cx="1025266" cy="3347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EFAA351-78FC-861F-D65F-6CA61AD181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4421284"/>
              </p:ext>
            </p:extLst>
          </p:nvPr>
        </p:nvGraphicFramePr>
        <p:xfrm>
          <a:off x="7241196" y="2238123"/>
          <a:ext cx="1223066" cy="1012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8" name="Equation" r:id="rId18" imgW="901440" imgH="711000" progId="Equation.3">
                  <p:embed/>
                </p:oleObj>
              </mc:Choice>
              <mc:Fallback>
                <p:oleObj name="Equation" r:id="rId18" imgW="901440" imgH="711000" progId="Equation.3">
                  <p:embed/>
                  <p:pic>
                    <p:nvPicPr>
                      <p:cNvPr id="2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1196" y="2238123"/>
                        <a:ext cx="1223066" cy="10121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1A48C559-49FD-7F3B-286D-174985C937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845916"/>
              </p:ext>
            </p:extLst>
          </p:nvPr>
        </p:nvGraphicFramePr>
        <p:xfrm>
          <a:off x="13780" y="3954042"/>
          <a:ext cx="734110" cy="576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9" name="Equation" r:id="rId20" imgW="609480" imgH="393480" progId="Equation.3">
                  <p:embed/>
                </p:oleObj>
              </mc:Choice>
              <mc:Fallback>
                <p:oleObj name="Equation" r:id="rId20" imgW="609480" imgH="393480" progId="Equation.3">
                  <p:embed/>
                  <p:pic>
                    <p:nvPicPr>
                      <p:cNvPr id="2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80" y="3954042"/>
                        <a:ext cx="734110" cy="5760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16735A49-3895-5447-0F9E-DF1479992B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8874208"/>
              </p:ext>
            </p:extLst>
          </p:nvPr>
        </p:nvGraphicFramePr>
        <p:xfrm>
          <a:off x="823643" y="3487885"/>
          <a:ext cx="1191902" cy="986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" name="Equation" r:id="rId22" imgW="901440" imgH="711000" progId="Equation.3">
                  <p:embed/>
                </p:oleObj>
              </mc:Choice>
              <mc:Fallback>
                <p:oleObj name="Equation" r:id="rId22" imgW="901440" imgH="711000" progId="Equation.3">
                  <p:embed/>
                  <p:pic>
                    <p:nvPicPr>
                      <p:cNvPr id="31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643" y="3487885"/>
                        <a:ext cx="1191902" cy="9863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A57EE784-1AB5-DC6C-977C-7160D7ACFD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4808"/>
              </p:ext>
            </p:extLst>
          </p:nvPr>
        </p:nvGraphicFramePr>
        <p:xfrm>
          <a:off x="3109665" y="3518060"/>
          <a:ext cx="1442349" cy="98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1" name="Equation" r:id="rId24" imgW="1091880" imgH="711000" progId="Equation.3">
                  <p:embed/>
                </p:oleObj>
              </mc:Choice>
              <mc:Fallback>
                <p:oleObj name="Equation" r:id="rId24" imgW="1091880" imgH="71100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9665" y="3518060"/>
                        <a:ext cx="1442349" cy="9854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A22C0553-B0B0-CA7E-8EE3-04E79F88DF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51293"/>
              </p:ext>
            </p:extLst>
          </p:nvPr>
        </p:nvGraphicFramePr>
        <p:xfrm>
          <a:off x="2096010" y="3477149"/>
          <a:ext cx="933191" cy="321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2" name="Equation" r:id="rId26" imgW="761760" imgH="215640" progId="Equation.3">
                  <p:embed/>
                </p:oleObj>
              </mc:Choice>
              <mc:Fallback>
                <p:oleObj name="Equation" r:id="rId26" imgW="761760" imgH="21564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6010" y="3477149"/>
                        <a:ext cx="933191" cy="3211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1DDD147F-3DF5-5D3A-A0E2-B444BAE2A9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797827"/>
              </p:ext>
            </p:extLst>
          </p:nvPr>
        </p:nvGraphicFramePr>
        <p:xfrm>
          <a:off x="5618424" y="3518060"/>
          <a:ext cx="1223019" cy="1012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3" name="Equation" r:id="rId28" imgW="901440" imgH="711000" progId="Equation.3">
                  <p:embed/>
                </p:oleObj>
              </mc:Choice>
              <mc:Fallback>
                <p:oleObj name="Equation" r:id="rId28" imgW="901440" imgH="71100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8424" y="3518060"/>
                        <a:ext cx="1223019" cy="1012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FC336111-7EDC-A7C7-D518-CB98BF34A8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9704058"/>
              </p:ext>
            </p:extLst>
          </p:nvPr>
        </p:nvGraphicFramePr>
        <p:xfrm>
          <a:off x="4632478" y="3520238"/>
          <a:ext cx="909333" cy="337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4" name="Equation" r:id="rId30" imgW="749160" imgH="228600" progId="Equation.3">
                  <p:embed/>
                </p:oleObj>
              </mc:Choice>
              <mc:Fallback>
                <p:oleObj name="Equation" r:id="rId30" imgW="749160" imgH="228600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2478" y="3520238"/>
                        <a:ext cx="909333" cy="3373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3A9E600C-5467-D088-1F18-DF756FD6E1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002703"/>
              </p:ext>
            </p:extLst>
          </p:nvPr>
        </p:nvGraphicFramePr>
        <p:xfrm>
          <a:off x="7907853" y="3517018"/>
          <a:ext cx="1223067" cy="101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" name="Equation" r:id="rId32" imgW="901440" imgH="711000" progId="Equation.3">
                  <p:embed/>
                </p:oleObj>
              </mc:Choice>
              <mc:Fallback>
                <p:oleObj name="Equation" r:id="rId32" imgW="901440" imgH="7110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7853" y="3517018"/>
                        <a:ext cx="1223067" cy="10121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C276A919-93A8-F46D-C55B-3D0026520A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1871757"/>
              </p:ext>
            </p:extLst>
          </p:nvPr>
        </p:nvGraphicFramePr>
        <p:xfrm>
          <a:off x="6833373" y="3843777"/>
          <a:ext cx="1072319" cy="346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6" name="Equation" r:id="rId34" imgW="863280" imgH="228600" progId="Equation.3">
                  <p:embed/>
                </p:oleObj>
              </mc:Choice>
              <mc:Fallback>
                <p:oleObj name="Equation" r:id="rId34" imgW="863280" imgH="228600" progId="Equation.3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3373" y="3843777"/>
                        <a:ext cx="1072319" cy="3463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2266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51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Latihan </a:t>
            </a:r>
            <a:r>
              <a:rPr lang="en" dirty="0" err="1"/>
              <a:t>Soal</a:t>
            </a:r>
            <a:r>
              <a:rPr lang="en" dirty="0"/>
              <a:t> Gauss Jordan</a:t>
            </a:r>
            <a:endParaRPr dirty="0"/>
          </a:p>
        </p:txBody>
      </p:sp>
      <p:sp>
        <p:nvSpPr>
          <p:cNvPr id="1352" name="Google Shape;1352;p51"/>
          <p:cNvSpPr txBox="1">
            <a:spLocks noGrp="1"/>
          </p:cNvSpPr>
          <p:nvPr>
            <p:ph type="subTitle" idx="1"/>
          </p:nvPr>
        </p:nvSpPr>
        <p:spPr>
          <a:xfrm>
            <a:off x="772885" y="1091999"/>
            <a:ext cx="7870183" cy="32221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lnSpc>
                <a:spcPct val="150000"/>
              </a:lnSpc>
              <a:buSzPts val="1100"/>
            </a:pPr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Tentukan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himpunan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penyelesaian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dari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sistem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persamaan</a:t>
            </a:r>
            <a:r>
              <a:rPr lang="en-ID" sz="1600" b="0" i="0" u="none" strike="noStrike" dirty="0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D" sz="1600" b="0" i="0" u="none" strike="noStrike" dirty="0" err="1">
                <a:solidFill>
                  <a:srgbClr val="00206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berikut</a:t>
            </a:r>
            <a:r>
              <a:rPr lang="en-ID" sz="16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</a:t>
            </a:r>
            <a:endParaRPr lang="en-ID" sz="1600" b="0" i="0" u="none" strike="noStrike" dirty="0">
              <a:solidFill>
                <a:srgbClr val="00206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lvl="0" indent="0" algn="ctr">
              <a:lnSpc>
                <a:spcPct val="150000"/>
              </a:lnSpc>
              <a:buSzPts val="1100"/>
            </a:pPr>
            <a:endParaRPr lang="en-ID" sz="1600" dirty="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8FA5896-740A-42D7-C158-DB05E81FB4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38996"/>
              </p:ext>
            </p:extLst>
          </p:nvPr>
        </p:nvGraphicFramePr>
        <p:xfrm>
          <a:off x="2496903" y="3294407"/>
          <a:ext cx="1606802" cy="1026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Equation" r:id="rId4" imgW="1079280" imgH="660240" progId="Equation.3">
                  <p:embed/>
                </p:oleObj>
              </mc:Choice>
              <mc:Fallback>
                <p:oleObj name="Equation" r:id="rId4" imgW="1079280" imgH="66024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6903" y="3294407"/>
                        <a:ext cx="1606802" cy="1026860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7FB83CD-8C3B-9323-9479-2FF98C2F74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414554"/>
              </p:ext>
            </p:extLst>
          </p:nvPr>
        </p:nvGraphicFramePr>
        <p:xfrm>
          <a:off x="5142553" y="3287310"/>
          <a:ext cx="1738660" cy="1026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Equation" r:id="rId6" imgW="1168200" imgH="660240" progId="Equation.3">
                  <p:embed/>
                </p:oleObj>
              </mc:Choice>
              <mc:Fallback>
                <p:oleObj name="Equation" r:id="rId6" imgW="1168200" imgH="66024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2553" y="3287310"/>
                        <a:ext cx="1738660" cy="1026860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0F18AC3-28F9-99D9-1D8D-7ED8F8CA0F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788368"/>
              </p:ext>
            </p:extLst>
          </p:nvPr>
        </p:nvGraphicFramePr>
        <p:xfrm>
          <a:off x="1325561" y="2011484"/>
          <a:ext cx="1696318" cy="784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Equation" r:id="rId8" imgW="1002865" imgH="457002" progId="Equation.3">
                  <p:embed/>
                </p:oleObj>
              </mc:Choice>
              <mc:Fallback>
                <p:oleObj name="Equation" r:id="rId8" imgW="1002865" imgH="457002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1" y="2011484"/>
                        <a:ext cx="1696318" cy="784147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92D05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5168B43-1426-37DD-2CF8-89135F9E5E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380651"/>
              </p:ext>
            </p:extLst>
          </p:nvPr>
        </p:nvGraphicFramePr>
        <p:xfrm>
          <a:off x="6609211" y="1995542"/>
          <a:ext cx="1561293" cy="796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Equation" r:id="rId10" imgW="939800" imgH="457200" progId="Equation.3">
                  <p:embed/>
                </p:oleObj>
              </mc:Choice>
              <mc:Fallback>
                <p:oleObj name="Equation" r:id="rId10" imgW="939800" imgH="4572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9211" y="1995542"/>
                        <a:ext cx="1561293" cy="796910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775E7D8-ACAA-CF2F-B943-572F84E1AA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4474083"/>
              </p:ext>
            </p:extLst>
          </p:nvPr>
        </p:nvGraphicFramePr>
        <p:xfrm>
          <a:off x="3973764" y="2029324"/>
          <a:ext cx="1596532" cy="814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Equation" r:id="rId12" imgW="927100" imgH="457200" progId="Equation.3">
                  <p:embed/>
                </p:oleObj>
              </mc:Choice>
              <mc:Fallback>
                <p:oleObj name="Equation" r:id="rId12" imgW="927100" imgH="457200" progId="Equation.3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3764" y="2029324"/>
                        <a:ext cx="1596532" cy="814896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chemeClr val="accent6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447F608-0A54-F099-B8F5-26F3F1C1C12D}"/>
              </a:ext>
            </a:extLst>
          </p:cNvPr>
          <p:cNvSpPr txBox="1"/>
          <p:nvPr/>
        </p:nvSpPr>
        <p:spPr>
          <a:xfrm>
            <a:off x="872100" y="2225711"/>
            <a:ext cx="400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1.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501582-0DBD-4A56-51CD-27495208D06A}"/>
              </a:ext>
            </a:extLst>
          </p:cNvPr>
          <p:cNvSpPr txBox="1"/>
          <p:nvPr/>
        </p:nvSpPr>
        <p:spPr>
          <a:xfrm>
            <a:off x="3560293" y="2224720"/>
            <a:ext cx="400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2.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D73463-0059-D2D1-977F-AA77404138A5}"/>
              </a:ext>
            </a:extLst>
          </p:cNvPr>
          <p:cNvSpPr txBox="1"/>
          <p:nvPr/>
        </p:nvSpPr>
        <p:spPr>
          <a:xfrm>
            <a:off x="6208619" y="2224720"/>
            <a:ext cx="400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3.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75A4ED-9B70-BA97-3BB0-271A27D2DA82}"/>
              </a:ext>
            </a:extLst>
          </p:cNvPr>
          <p:cNvSpPr txBox="1"/>
          <p:nvPr/>
        </p:nvSpPr>
        <p:spPr>
          <a:xfrm>
            <a:off x="2060477" y="3605705"/>
            <a:ext cx="400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4.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E8E74B-74DC-FA1A-DEC7-FF6F37E37089}"/>
              </a:ext>
            </a:extLst>
          </p:cNvPr>
          <p:cNvSpPr txBox="1"/>
          <p:nvPr/>
        </p:nvSpPr>
        <p:spPr>
          <a:xfrm>
            <a:off x="4726188" y="3615116"/>
            <a:ext cx="400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5.</a:t>
            </a:r>
          </a:p>
        </p:txBody>
      </p:sp>
    </p:spTree>
    <p:extLst>
      <p:ext uri="{BB962C8B-B14F-4D97-AF65-F5344CB8AC3E}">
        <p14:creationId xmlns:p14="http://schemas.microsoft.com/office/powerpoint/2010/main" val="1754734212"/>
      </p:ext>
    </p:extLst>
  </p:cSld>
  <p:clrMapOvr>
    <a:masterClrMapping/>
  </p:clrMapOvr>
</p:sld>
</file>

<file path=ppt/theme/theme1.xml><?xml version="1.0" encoding="utf-8"?>
<a:theme xmlns:a="http://schemas.openxmlformats.org/drawingml/2006/main" name="Topology - Master of Science in Mathematics by Slidesgo">
  <a:themeElements>
    <a:clrScheme name="Simple Light">
      <a:dk1>
        <a:srgbClr val="233251"/>
      </a:dk1>
      <a:lt1>
        <a:srgbClr val="34579E"/>
      </a:lt1>
      <a:dk2>
        <a:srgbClr val="36867D"/>
      </a:dk2>
      <a:lt2>
        <a:srgbClr val="70A19C"/>
      </a:lt2>
      <a:accent1>
        <a:srgbClr val="F1F1F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332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380</Words>
  <Application>Microsoft Macintosh PowerPoint</Application>
  <PresentationFormat>On-screen Show (16:9)</PresentationFormat>
  <Paragraphs>82</Paragraphs>
  <Slides>12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Times New Roman</vt:lpstr>
      <vt:lpstr>Nunito</vt:lpstr>
      <vt:lpstr>Bebas Neue</vt:lpstr>
      <vt:lpstr>Cambria Math</vt:lpstr>
      <vt:lpstr>Roboto</vt:lpstr>
      <vt:lpstr>Poppins Medium</vt:lpstr>
      <vt:lpstr>-webkit-standard</vt:lpstr>
      <vt:lpstr>Arial</vt:lpstr>
      <vt:lpstr>Poppins SemiBold</vt:lpstr>
      <vt:lpstr>Topology - Master of Science in Mathematics by Slidesgo</vt:lpstr>
      <vt:lpstr>Equation</vt:lpstr>
      <vt:lpstr>Persamaan Lanjar menggunakan Metode Gauss dan Gauss Jordan</vt:lpstr>
      <vt:lpstr>Persamaan Lanjar</vt:lpstr>
      <vt:lpstr>Metode Penyelesaian</vt:lpstr>
      <vt:lpstr>1. Metode Gauss</vt:lpstr>
      <vt:lpstr>Proses Eliminasi pada Metode Gauss</vt:lpstr>
      <vt:lpstr>Contoh 1 - Gauss</vt:lpstr>
      <vt:lpstr>Contoh 2 - Gauss</vt:lpstr>
      <vt:lpstr>Latihan Soal Metode Gauss</vt:lpstr>
      <vt:lpstr>2. Metode Gauss Jordan</vt:lpstr>
      <vt:lpstr>Contoh 1 – Gauss Jordan</vt:lpstr>
      <vt:lpstr>Contoh 2 – Gauss Jordan</vt:lpstr>
      <vt:lpstr>Latihan Soal Gauss Jordan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Topology - Master of Science in Mathematics</dc:title>
  <cp:lastModifiedBy>Adevian Fairuz</cp:lastModifiedBy>
  <cp:revision>85</cp:revision>
  <dcterms:modified xsi:type="dcterms:W3CDTF">2025-09-09T04:05:19Z</dcterms:modified>
</cp:coreProperties>
</file>